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F7574-CF95-EDC5-82A8-A2EA16FB4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FB2B2A-AB50-CC61-1D9F-E9ACDCA8B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809177-5665-5771-0AAA-5A10CEC6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4714D5-662C-14E8-2D48-A5E42387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24554-CEB2-BF12-A5A7-C391C3E2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73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F758-9E5C-D7F0-0447-F50B92B5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2CF8A-CB50-9087-2BE1-209079AF8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265225-C404-2045-F835-3D251BF6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A926C1-E8DA-FCAB-6BBC-A78945A1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87C2F3-BAAE-B835-EFA6-A3451358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57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363AC-0057-F63A-02E6-8CF98F50E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604487-E267-C755-86CC-445B34112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3CE7DF-AC7A-B3A3-FC4F-CB0384BAF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51E94-003A-2D8D-4436-E4A42610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80756-70E8-CA79-EA35-87975A15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18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A4292-A9CE-B5DA-5BAC-48599866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8EEC33-C268-F243-BD70-9B75565CF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C1F67-DD13-243D-26BA-2625C2B1B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DF9786-91C9-4E48-4191-4451192F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D0FD-264D-8B5D-320A-567410CE7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3B08D6-FF13-F927-119D-80AC4DB3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89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20937-EB1D-EAA8-6895-B77D9B8D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D8922A-D673-D17D-ECC2-755C3C67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3130E-5478-E2DD-F1E0-D0F6212DA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0AD12E-1508-1368-1507-FE94E62D5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BC2EB9-9584-0104-BB30-58AEF0FA7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94C535-89A7-C2CE-E82E-E4E7D769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11BEA1-DFF2-5675-C04B-946F9B47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93379C-D263-484F-A18A-5EAF1EA8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111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EBFA6-287B-C483-12CB-D417DB04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681C90-EDDF-BB51-F4C6-D89518A5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07293E-3BDA-4578-539A-50FF30CF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B4BFC2-1C5E-3441-57FF-9DD18A6BE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572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82EAF4-C2E1-773B-7BD2-EECF9FF62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D500AF-7DA3-F7B0-690D-7DB00686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A6CAA5-F190-3562-916D-F7AFDD33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18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1AB01-4044-1448-BFBA-8AD279F5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A830E-4968-A81E-C4C7-D2006EE0F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FEA777-4760-3849-D853-B010214CE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D2FE2B-D2DD-5F05-8626-4A8160B49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59ECB8-3847-F9DE-0615-8B83B0FF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F31807-C01E-1105-724D-A9508FEE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08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C2EA5-332B-675A-4350-0C2005FF1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E1790D-1DB7-295F-E6E1-05E47D79B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DBD298-1A51-F5C8-3F16-08D1065B2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128F36-1480-98C6-310E-F1A33019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F36AB7-A4E9-70A2-5E1A-3494F321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751946-7139-B973-2244-9EED0030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21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214FE-C6F5-2EB2-3C6F-AC05E65B5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C5B380-477C-CD88-7CEE-76FF16A30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F80C26-ABDB-4DE4-E286-D1AB9EFC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B9015F-A36B-F681-B127-A13BFDE8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CC36D8-25BE-F252-094C-0669049B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75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A7F1AD-E8EF-05D6-2B64-08C55AA41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709D70-26BC-05D4-B07F-D82E798EB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174F6D-3E91-EF64-6CDA-51D806EE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514933-6891-CE65-80FD-3D5A656C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9818B1-B6E3-15FA-EECC-ED739076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8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AB37EE-6685-BE4E-B6C3-8E8E0D0F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C8E547-31E1-F294-378B-530A8B8B5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545489-371D-AA47-826F-B4733375D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2F8D6-3D90-4294-8730-A654A8658BCB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290BAA-C9F5-164D-DC4C-561B87C4A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0A91E-6D5B-EA28-2EB6-E43F96984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ED352-D661-434E-B160-F68A5D173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12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7851CA-879D-06C9-465E-E851F8DCBE03}"/>
              </a:ext>
            </a:extLst>
          </p:cNvPr>
          <p:cNvSpPr/>
          <p:nvPr/>
        </p:nvSpPr>
        <p:spPr>
          <a:xfrm>
            <a:off x="1270000" y="1270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2EE1C3-76B9-6B10-0162-B24011666BA2}"/>
              </a:ext>
            </a:extLst>
          </p:cNvPr>
          <p:cNvSpPr/>
          <p:nvPr/>
        </p:nvSpPr>
        <p:spPr>
          <a:xfrm>
            <a:off x="3810000" y="3810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TestElbowConnector">
            <a:extLst>
              <a:ext uri="{FF2B5EF4-FFF2-40B4-BE49-F238E27FC236}">
                <a16:creationId xmlns:a16="http://schemas.microsoft.com/office/drawing/2014/main" id="{134E6A0E-04B7-1510-6D7D-0CB5887D9F66}"/>
              </a:ext>
            </a:extLst>
          </p:cNvPr>
          <p:cNvCxnSpPr>
            <a:cxnSpLocks/>
            <a:stCxn id="2" idx="0"/>
            <a:endCxn id="3" idx="0"/>
          </p:cNvCxnSpPr>
          <p:nvPr/>
        </p:nvCxnSpPr>
        <p:spPr>
          <a:xfrm rot="16200000" flipH="1">
            <a:off x="1587500" y="1270000"/>
            <a:ext cx="2540000" cy="2540000"/>
          </a:xfrm>
          <a:prstGeom prst="bentConnector3">
            <a:avLst>
              <a:gd name="adj1" fmla="val -9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445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Seongeun Kim</dc:creator>
  <cp:lastModifiedBy>Seongeun Kim</cp:lastModifiedBy>
  <cp:revision>1</cp:revision>
  <dcterms:created xsi:type="dcterms:W3CDTF">2025-12-03T15:19:42Z</dcterms:created>
  <dcterms:modified xsi:type="dcterms:W3CDTF">2025-12-03T15:19:42Z</dcterms:modified>
</cp:coreProperties>
</file>