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20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1E419F-EF22-879B-AB50-09294A2D4A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8C7798F-65EA-7B4E-2361-51F455C96D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1A50DC-A2BE-86CD-B4B8-1A4F15800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E93FA-E843-4998-B32A-DAE31705251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7ACD49-BEE9-29C2-D010-7D6F93C47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E79C22-CBC1-7105-B0CF-3DC7B9EAB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08D2-E04F-4192-A129-F8DC06AD6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841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D0B7DB-87D0-FEDB-7899-F5973A43F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F00B34-45E8-D983-C71E-898C9340B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10A06E-C393-24AC-23E5-6153D5EE9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E93FA-E843-4998-B32A-DAE31705251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A670CC-2367-84F6-EFCA-B17182AF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D935C7-43BE-3A84-1412-06AAD193C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08D2-E04F-4192-A129-F8DC06AD6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0619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F7C93A-47F6-729C-C512-A793238D1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511295-4126-CE7B-9F75-4458316E4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8C16CF-0D71-DAA7-8C94-84BE905E7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E93FA-E843-4998-B32A-DAE31705251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E05D5A-BF63-5F14-C39C-2E9F75516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C5D6D0-9859-1E67-583D-83A02999A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08D2-E04F-4192-A129-F8DC06AD6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635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BF642E-2C6B-46F8-9F08-346A1A054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374BCE-DB1D-5271-3297-6211179299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6E68BF-E5C5-3C95-0494-7EEF20D12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BAFC69B-035D-75FE-171A-D61D87BB1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E93FA-E843-4998-B32A-DAE31705251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8A2937-C134-D21D-6193-DDAAEE0B0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F313C5-1813-8F69-4D08-D354E9018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08D2-E04F-4192-A129-F8DC06AD6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458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43A03B-D7ED-1591-E3D5-DD8263069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684C3F-8B7B-D6AA-6811-1413C9CD7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B81313-95A1-C80F-D653-B25A06B57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6EF2CB-1D17-A466-15DE-8D5447B10B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F4D43E8-9000-953F-93EC-EFB72CCF4E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F5102E9-E9BD-81D1-C50D-FE6704EDA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E93FA-E843-4998-B32A-DAE31705251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0412142-FDD5-225C-028E-C6F91B783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5CFE5F3-8233-5A1C-9F2F-2E892EA7B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08D2-E04F-4192-A129-F8DC06AD6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628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D4B888-7BAC-66C1-6062-FA38A458E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2E8D64D-A4EB-25FE-0F6A-2FB81836F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E93FA-E843-4998-B32A-DAE31705251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0885EBF-440C-28BA-2C4C-DB16C9242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910465-A214-CAD8-9131-99A6CC585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08D2-E04F-4192-A129-F8DC06AD6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29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86631AC-F121-4DB1-248A-FC4EBE383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E93FA-E843-4998-B32A-DAE31705251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126CE63-DE27-E6C2-58F8-C973F86C2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30A128-FEB1-59B2-B01D-DA4C52593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08D2-E04F-4192-A129-F8DC06AD6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515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7AC4A9-93B7-1EDB-310A-4032355A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138967-00F9-6C7C-6A40-4868F4D5F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E52A0B-BE23-4BDD-4740-9A05DE5E48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E457A4-091D-E95E-2007-5F23543EB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E93FA-E843-4998-B32A-DAE31705251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38751E-D018-2185-38B7-8B39FE679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A88415-1CEF-4BA1-7E1D-8776DA970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08D2-E04F-4192-A129-F8DC06AD6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425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DCD001-0889-25D5-1D55-651C9A513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C6B9BDF-705D-4398-6CEB-658E5538A8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C7D210-F756-BA3F-00BB-EEF0D032F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5762C6-509E-FA84-BE72-B4F4F9BE8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E93FA-E843-4998-B32A-DAE31705251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55D579-2456-5506-4172-6EAC79454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0D6A15-31D7-DEF3-1E43-598436B71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08D2-E04F-4192-A129-F8DC06AD6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380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CE0D50-634E-238D-CB46-1606EFC6C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8F8BECA-334C-5F84-57BC-9F0A0CF8C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2B1CA6-39A9-E75B-60DA-36AF4977B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E93FA-E843-4998-B32A-DAE31705251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F4B4E1-3613-601B-AADA-76C907D60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015233-91DF-7020-AD79-1D6B907FC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08D2-E04F-4192-A129-F8DC06AD6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8465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22286CA-9685-7155-C958-6D9B1317A3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F14888-B526-99F8-32AC-F6C3FFC646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492D00-BFBD-4FE7-972E-9358392A1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E93FA-E843-4998-B32A-DAE31705251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DEBD1D-EF94-5C3F-77CF-C5DA70C37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A43C79-AFA0-D4BD-507F-79A18AFD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08D2-E04F-4192-A129-F8DC06AD6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74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F16FC68-B157-B08F-F119-758AEC797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40DFE2-938D-212D-C3FE-2A422F0DC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188144-59D5-6CB6-0D0F-93277CC38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0E93FA-E843-4998-B32A-DAE31705251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7E2AE4-9AE3-951B-C87A-EDB4B8D7D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FC880F-0489-6DB0-EF59-3B922C9D90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0F08D2-E04F-4192-A129-F8DC06AD66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7935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 descr="##idx_1##">
            <a:extLst>
              <a:ext uri="{FF2B5EF4-FFF2-40B4-BE49-F238E27FC236}">
                <a16:creationId xmlns:a16="http://schemas.microsoft.com/office/drawing/2014/main" id="{DBCFB9B2-2431-3F33-B0BE-EDBA8B93B74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2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 1" descr="##idx_2##">
            <a:extLst>
              <a:ext uri="{FF2B5EF4-FFF2-40B4-BE49-F238E27FC236}">
                <a16:creationId xmlns:a16="http://schemas.microsoft.com/office/drawing/2014/main" id="{E0099295-6987-8656-5A7F-D7A271145001}"/>
              </a:ext>
            </a:extLst>
          </p:cNvPr>
          <p:cNvSpPr txBox="1"/>
          <p:nvPr/>
        </p:nvSpPr>
        <p:spPr>
          <a:xfrm>
            <a:off x="565150" y="768334"/>
            <a:ext cx="5066001" cy="193899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6000" b="1">
                <a:solidFill>
                  <a:srgbClr val="FFFFFF"/>
                </a:solidFill>
                <a:latin typeface="Malgun Gothic" panose="020B0503020000020004" pitchFamily="50" charset="-127"/>
              </a:rPr>
              <a:t>보이스 피싱 예방교육</a:t>
            </a:r>
          </a:p>
        </p:txBody>
      </p:sp>
      <p:sp>
        <p:nvSpPr>
          <p:cNvPr id="4" name="Subtitle 2" descr="##idx_3##">
            <a:extLst>
              <a:ext uri="{FF2B5EF4-FFF2-40B4-BE49-F238E27FC236}">
                <a16:creationId xmlns:a16="http://schemas.microsoft.com/office/drawing/2014/main" id="{B1BA686F-1BED-EBE0-5407-FC82AF1FD320}"/>
              </a:ext>
            </a:extLst>
          </p:cNvPr>
          <p:cNvSpPr txBox="1"/>
          <p:nvPr/>
        </p:nvSpPr>
        <p:spPr>
          <a:xfrm>
            <a:off x="565150" y="4283239"/>
            <a:ext cx="5066001" cy="70788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2000">
                <a:solidFill>
                  <a:srgbClr val="FFFFFF"/>
                </a:solidFill>
                <a:latin typeface="Malgun Gothic Semilight" panose="020B0502040204020203" pitchFamily="50" charset="-127"/>
              </a:rPr>
              <a:t>신한은행 천안금융센터</a:t>
            </a:r>
          </a:p>
          <a:p>
            <a:r>
              <a:rPr lang="ko-KR" altLang="en-US" sz="2000">
                <a:solidFill>
                  <a:srgbClr val="FFFFFF"/>
                </a:solidFill>
                <a:latin typeface="Malgun Gothic Semilight" panose="020B0502040204020203" pitchFamily="50" charset="-127"/>
              </a:rPr>
              <a:t>이하경 과장</a:t>
            </a:r>
          </a:p>
        </p:txBody>
      </p:sp>
      <p:sp>
        <p:nvSpPr>
          <p:cNvPr id="5" name="Straight Connector 9" descr="##idx_4##">
            <a:extLst>
              <a:ext uri="{FF2B5EF4-FFF2-40B4-BE49-F238E27FC236}">
                <a16:creationId xmlns:a16="http://schemas.microsoft.com/office/drawing/2014/main" id="{FE7314AB-4EB8-8375-C5A9-F8E6889EBA94}"/>
              </a:ext>
            </a:extLst>
          </p:cNvPr>
          <p:cNvSpPr/>
          <p:nvPr/>
        </p:nvSpPr>
        <p:spPr>
          <a:xfrm>
            <a:off x="565150" y="6087110"/>
            <a:ext cx="5066001" cy="0"/>
          </a:xfrm>
          <a:prstGeom prst="ellipse">
            <a:avLst/>
          </a:prstGeom>
          <a:solidFill>
            <a:srgbClr val="000000">
              <a:alpha val="0"/>
            </a:srgbClr>
          </a:solidFill>
          <a:ln w="12700" cmpd="sng">
            <a:solidFill>
              <a:srgbClr val="EFF0E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Group 11" descr="##idx_5##">
            <a:extLst>
              <a:ext uri="{FF2B5EF4-FFF2-40B4-BE49-F238E27FC236}">
                <a16:creationId xmlns:a16="http://schemas.microsoft.com/office/drawing/2014/main" id="{F79D2CF7-ACEE-AF0B-D8B3-6FC7741B9B8B}"/>
              </a:ext>
            </a:extLst>
          </p:cNvPr>
          <p:cNvGrpSpPr/>
          <p:nvPr/>
        </p:nvGrpSpPr>
        <p:grpSpPr>
          <a:xfrm>
            <a:off x="6203145" y="0"/>
            <a:ext cx="5988856" cy="6858001"/>
            <a:chOff x="6203145" y="0"/>
            <a:chExt cx="5988856" cy="6858001"/>
          </a:xfrm>
        </p:grpSpPr>
        <p:sp>
          <p:nvSpPr>
            <p:cNvPr id="6" name="Oval 12" descr="##idx_5_1##">
              <a:extLst>
                <a:ext uri="{FF2B5EF4-FFF2-40B4-BE49-F238E27FC236}">
                  <a16:creationId xmlns:a16="http://schemas.microsoft.com/office/drawing/2014/main" id="{84F8CFF4-58DD-5D8B-62FB-D3AF5352F1B4}"/>
                </a:ext>
              </a:extLst>
            </p:cNvPr>
            <p:cNvSpPr/>
            <p:nvPr/>
          </p:nvSpPr>
          <p:spPr>
            <a:xfrm>
              <a:off x="7567228" y="806366"/>
              <a:ext cx="1130725" cy="1130724"/>
            </a:xfrm>
            <a:prstGeom prst="ellipse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Freeform 80" descr="##idx_5_2##">
              <a:extLst>
                <a:ext uri="{FF2B5EF4-FFF2-40B4-BE49-F238E27FC236}">
                  <a16:creationId xmlns:a16="http://schemas.microsoft.com/office/drawing/2014/main" id="{E12E9137-9A72-ACB7-92BE-CF7E8B04323E}"/>
                </a:ext>
              </a:extLst>
            </p:cNvPr>
            <p:cNvSpPr/>
            <p:nvPr/>
          </p:nvSpPr>
          <p:spPr>
            <a:xfrm>
              <a:off x="8930093" y="6292426"/>
              <a:ext cx="1130724" cy="565575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Oval 14" descr="##idx_5_3##">
              <a:extLst>
                <a:ext uri="{FF2B5EF4-FFF2-40B4-BE49-F238E27FC236}">
                  <a16:creationId xmlns:a16="http://schemas.microsoft.com/office/drawing/2014/main" id="{4B39E1FE-F1BC-20EB-593C-88B1A3A931FB}"/>
                </a:ext>
              </a:extLst>
            </p:cNvPr>
            <p:cNvSpPr/>
            <p:nvPr/>
          </p:nvSpPr>
          <p:spPr>
            <a:xfrm>
              <a:off x="8930093" y="3549396"/>
              <a:ext cx="1130725" cy="1130724"/>
            </a:xfrm>
            <a:prstGeom prst="ellipse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Oval 15" descr="##idx_5_4##">
              <a:extLst>
                <a:ext uri="{FF2B5EF4-FFF2-40B4-BE49-F238E27FC236}">
                  <a16:creationId xmlns:a16="http://schemas.microsoft.com/office/drawing/2014/main" id="{10CB0BA0-016B-4F3A-38FD-D25588A666F8}"/>
                </a:ext>
              </a:extLst>
            </p:cNvPr>
            <p:cNvSpPr/>
            <p:nvPr/>
          </p:nvSpPr>
          <p:spPr>
            <a:xfrm>
              <a:off x="8930093" y="2177881"/>
              <a:ext cx="1130725" cy="1130724"/>
            </a:xfrm>
            <a:prstGeom prst="ellipse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Freeform 83" descr="##idx_5_5##">
              <a:extLst>
                <a:ext uri="{FF2B5EF4-FFF2-40B4-BE49-F238E27FC236}">
                  <a16:creationId xmlns:a16="http://schemas.microsoft.com/office/drawing/2014/main" id="{03C27CFB-0D48-5D57-8406-74D4579B516A}"/>
                </a:ext>
              </a:extLst>
            </p:cNvPr>
            <p:cNvSpPr/>
            <p:nvPr/>
          </p:nvSpPr>
          <p:spPr>
            <a:xfrm>
              <a:off x="8930092" y="0"/>
              <a:ext cx="1130726" cy="565576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Oval 17" descr="##idx_5_6##">
              <a:extLst>
                <a:ext uri="{FF2B5EF4-FFF2-40B4-BE49-F238E27FC236}">
                  <a16:creationId xmlns:a16="http://schemas.microsoft.com/office/drawing/2014/main" id="{73CA6C9B-318D-C22B-F73F-634068F16E5A}"/>
                </a:ext>
              </a:extLst>
            </p:cNvPr>
            <p:cNvSpPr/>
            <p:nvPr/>
          </p:nvSpPr>
          <p:spPr>
            <a:xfrm>
              <a:off x="10292959" y="4920911"/>
              <a:ext cx="1130725" cy="1130724"/>
            </a:xfrm>
            <a:prstGeom prst="ellipse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Freeform 85" descr="##idx_5_7##">
              <a:extLst>
                <a:ext uri="{FF2B5EF4-FFF2-40B4-BE49-F238E27FC236}">
                  <a16:creationId xmlns:a16="http://schemas.microsoft.com/office/drawing/2014/main" id="{640259EA-E7AA-9714-900B-937E459B3BFD}"/>
                </a:ext>
              </a:extLst>
            </p:cNvPr>
            <p:cNvSpPr/>
            <p:nvPr/>
          </p:nvSpPr>
          <p:spPr>
            <a:xfrm>
              <a:off x="11655828" y="4923855"/>
              <a:ext cx="536172" cy="1124839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Freeform 87" descr="##idx_5_8##">
              <a:extLst>
                <a:ext uri="{FF2B5EF4-FFF2-40B4-BE49-F238E27FC236}">
                  <a16:creationId xmlns:a16="http://schemas.microsoft.com/office/drawing/2014/main" id="{7DD414D2-C270-9B71-618F-7CFD52F5B3E8}"/>
                </a:ext>
              </a:extLst>
            </p:cNvPr>
            <p:cNvSpPr/>
            <p:nvPr/>
          </p:nvSpPr>
          <p:spPr>
            <a:xfrm>
              <a:off x="6203147" y="0"/>
              <a:ext cx="1130725" cy="565362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Freeform 88" descr="##idx_5_9##">
              <a:extLst>
                <a:ext uri="{FF2B5EF4-FFF2-40B4-BE49-F238E27FC236}">
                  <a16:creationId xmlns:a16="http://schemas.microsoft.com/office/drawing/2014/main" id="{BB979A63-4937-18BF-472F-D0309DDED37C}"/>
                </a:ext>
              </a:extLst>
            </p:cNvPr>
            <p:cNvSpPr/>
            <p:nvPr/>
          </p:nvSpPr>
          <p:spPr>
            <a:xfrm>
              <a:off x="7567976" y="0"/>
              <a:ext cx="1130726" cy="565362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Freeform 89" descr="##idx_5_10##">
              <a:extLst>
                <a:ext uri="{FF2B5EF4-FFF2-40B4-BE49-F238E27FC236}">
                  <a16:creationId xmlns:a16="http://schemas.microsoft.com/office/drawing/2014/main" id="{6E2BA91E-AABA-C3CC-CD62-EA090FAC0990}"/>
                </a:ext>
              </a:extLst>
            </p:cNvPr>
            <p:cNvSpPr/>
            <p:nvPr/>
          </p:nvSpPr>
          <p:spPr>
            <a:xfrm>
              <a:off x="10293707" y="0"/>
              <a:ext cx="1130727" cy="565362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Freeform 92" descr="##idx_5_11##">
              <a:extLst>
                <a:ext uri="{FF2B5EF4-FFF2-40B4-BE49-F238E27FC236}">
                  <a16:creationId xmlns:a16="http://schemas.microsoft.com/office/drawing/2014/main" id="{25530404-4B19-3EFA-987A-D89922F2C0F6}"/>
                </a:ext>
              </a:extLst>
            </p:cNvPr>
            <p:cNvSpPr/>
            <p:nvPr/>
          </p:nvSpPr>
          <p:spPr>
            <a:xfrm>
              <a:off x="11656576" y="0"/>
              <a:ext cx="535425" cy="56234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Freeform 93" descr="##idx_5_12##">
              <a:extLst>
                <a:ext uri="{FF2B5EF4-FFF2-40B4-BE49-F238E27FC236}">
                  <a16:creationId xmlns:a16="http://schemas.microsoft.com/office/drawing/2014/main" id="{D19B58C5-5119-560F-491D-C2E3411C46D6}"/>
                </a:ext>
              </a:extLst>
            </p:cNvPr>
            <p:cNvSpPr/>
            <p:nvPr/>
          </p:nvSpPr>
          <p:spPr>
            <a:xfrm>
              <a:off x="8932807" y="806365"/>
              <a:ext cx="1130726" cy="113072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Freeform 94" descr="##idx_5_13##">
              <a:extLst>
                <a:ext uri="{FF2B5EF4-FFF2-40B4-BE49-F238E27FC236}">
                  <a16:creationId xmlns:a16="http://schemas.microsoft.com/office/drawing/2014/main" id="{80C82F18-22EA-70DD-169C-7C9A25BA599A}"/>
                </a:ext>
              </a:extLst>
            </p:cNvPr>
            <p:cNvSpPr/>
            <p:nvPr/>
          </p:nvSpPr>
          <p:spPr>
            <a:xfrm>
              <a:off x="10293707" y="806365"/>
              <a:ext cx="1130727" cy="113072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Freeform 96" descr="##idx_5_14##">
              <a:extLst>
                <a:ext uri="{FF2B5EF4-FFF2-40B4-BE49-F238E27FC236}">
                  <a16:creationId xmlns:a16="http://schemas.microsoft.com/office/drawing/2014/main" id="{63E09784-0662-5B16-DA91-39D852CD77AF}"/>
                </a:ext>
              </a:extLst>
            </p:cNvPr>
            <p:cNvSpPr/>
            <p:nvPr/>
          </p:nvSpPr>
          <p:spPr>
            <a:xfrm>
              <a:off x="11656576" y="809383"/>
              <a:ext cx="535425" cy="1124688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Freeform 97" descr="##idx_5_15##">
              <a:extLst>
                <a:ext uri="{FF2B5EF4-FFF2-40B4-BE49-F238E27FC236}">
                  <a16:creationId xmlns:a16="http://schemas.microsoft.com/office/drawing/2014/main" id="{AE621BE1-7A80-D1EB-CDC8-F9B5456B58EB}"/>
                </a:ext>
              </a:extLst>
            </p:cNvPr>
            <p:cNvSpPr/>
            <p:nvPr/>
          </p:nvSpPr>
          <p:spPr>
            <a:xfrm>
              <a:off x="7567976" y="2178092"/>
              <a:ext cx="1130726" cy="113072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Freeform 98" descr="##idx_5_16##">
              <a:extLst>
                <a:ext uri="{FF2B5EF4-FFF2-40B4-BE49-F238E27FC236}">
                  <a16:creationId xmlns:a16="http://schemas.microsoft.com/office/drawing/2014/main" id="{46F34700-A5FC-CC2D-0776-67DE306B5100}"/>
                </a:ext>
              </a:extLst>
            </p:cNvPr>
            <p:cNvSpPr/>
            <p:nvPr/>
          </p:nvSpPr>
          <p:spPr>
            <a:xfrm>
              <a:off x="11656576" y="2181110"/>
              <a:ext cx="535425" cy="1124688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Freeform 99" descr="##idx_5_17##">
              <a:extLst>
                <a:ext uri="{FF2B5EF4-FFF2-40B4-BE49-F238E27FC236}">
                  <a16:creationId xmlns:a16="http://schemas.microsoft.com/office/drawing/2014/main" id="{4AF3AD42-A88B-83B4-0C8E-A33C63083040}"/>
                </a:ext>
              </a:extLst>
            </p:cNvPr>
            <p:cNvSpPr/>
            <p:nvPr/>
          </p:nvSpPr>
          <p:spPr>
            <a:xfrm>
              <a:off x="6203145" y="3549819"/>
              <a:ext cx="1130726" cy="113072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Freeform 100" descr="##idx_5_18##">
              <a:extLst>
                <a:ext uri="{FF2B5EF4-FFF2-40B4-BE49-F238E27FC236}">
                  <a16:creationId xmlns:a16="http://schemas.microsoft.com/office/drawing/2014/main" id="{02D5654A-EA5D-1C04-6B3C-21D837672138}"/>
                </a:ext>
              </a:extLst>
            </p:cNvPr>
            <p:cNvSpPr/>
            <p:nvPr/>
          </p:nvSpPr>
          <p:spPr>
            <a:xfrm>
              <a:off x="7567976" y="3549819"/>
              <a:ext cx="1130726" cy="113072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Freeform 101" descr="##idx_5_19##">
              <a:extLst>
                <a:ext uri="{FF2B5EF4-FFF2-40B4-BE49-F238E27FC236}">
                  <a16:creationId xmlns:a16="http://schemas.microsoft.com/office/drawing/2014/main" id="{F8221743-1DF2-1571-2DDC-6C9596C5304A}"/>
                </a:ext>
              </a:extLst>
            </p:cNvPr>
            <p:cNvSpPr/>
            <p:nvPr/>
          </p:nvSpPr>
          <p:spPr>
            <a:xfrm>
              <a:off x="10293707" y="3549819"/>
              <a:ext cx="1130727" cy="113072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Freeform 102" descr="##idx_5_20##">
              <a:extLst>
                <a:ext uri="{FF2B5EF4-FFF2-40B4-BE49-F238E27FC236}">
                  <a16:creationId xmlns:a16="http://schemas.microsoft.com/office/drawing/2014/main" id="{C884A6B6-8927-94DF-898B-3D3E55B1E0C1}"/>
                </a:ext>
              </a:extLst>
            </p:cNvPr>
            <p:cNvSpPr/>
            <p:nvPr/>
          </p:nvSpPr>
          <p:spPr>
            <a:xfrm>
              <a:off x="11656576" y="3552837"/>
              <a:ext cx="535425" cy="1124688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Freeform 103" descr="##idx_5_21##">
              <a:extLst>
                <a:ext uri="{FF2B5EF4-FFF2-40B4-BE49-F238E27FC236}">
                  <a16:creationId xmlns:a16="http://schemas.microsoft.com/office/drawing/2014/main" id="{67D4FABA-9994-EF88-3F4A-0ACC8DF3DDCF}"/>
                </a:ext>
              </a:extLst>
            </p:cNvPr>
            <p:cNvSpPr/>
            <p:nvPr/>
          </p:nvSpPr>
          <p:spPr>
            <a:xfrm>
              <a:off x="8932807" y="4921546"/>
              <a:ext cx="1130726" cy="113072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Freeform 104" descr="##idx_5_22##">
              <a:extLst>
                <a:ext uri="{FF2B5EF4-FFF2-40B4-BE49-F238E27FC236}">
                  <a16:creationId xmlns:a16="http://schemas.microsoft.com/office/drawing/2014/main" id="{02099AE6-C097-C921-A0AA-77C0A3D25FDB}"/>
                </a:ext>
              </a:extLst>
            </p:cNvPr>
            <p:cNvSpPr/>
            <p:nvPr/>
          </p:nvSpPr>
          <p:spPr>
            <a:xfrm>
              <a:off x="7568040" y="6293274"/>
              <a:ext cx="1130598" cy="564727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Freeform 105" descr="##idx_5_23##">
              <a:extLst>
                <a:ext uri="{FF2B5EF4-FFF2-40B4-BE49-F238E27FC236}">
                  <a16:creationId xmlns:a16="http://schemas.microsoft.com/office/drawing/2014/main" id="{454CD159-EE40-B812-D510-382A1CBB4242}"/>
                </a:ext>
              </a:extLst>
            </p:cNvPr>
            <p:cNvSpPr/>
            <p:nvPr/>
          </p:nvSpPr>
          <p:spPr>
            <a:xfrm>
              <a:off x="10293771" y="6293274"/>
              <a:ext cx="1130598" cy="564727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Freeform 106" descr="##idx_5_24##">
              <a:extLst>
                <a:ext uri="{FF2B5EF4-FFF2-40B4-BE49-F238E27FC236}">
                  <a16:creationId xmlns:a16="http://schemas.microsoft.com/office/drawing/2014/main" id="{7AD4516B-7218-FB21-A19D-00C27241C6A8}"/>
                </a:ext>
              </a:extLst>
            </p:cNvPr>
            <p:cNvSpPr/>
            <p:nvPr/>
          </p:nvSpPr>
          <p:spPr>
            <a:xfrm>
              <a:off x="11656640" y="6295916"/>
              <a:ext cx="535361" cy="56208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98119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##idx_1##">
            <a:extLst>
              <a:ext uri="{FF2B5EF4-FFF2-40B4-BE49-F238E27FC236}">
                <a16:creationId xmlns:a16="http://schemas.microsoft.com/office/drawing/2014/main" id="{24FF70CC-5F37-D648-C4C9-8350363EFB4B}"/>
              </a:ext>
            </a:extLst>
          </p:cNvPr>
          <p:cNvSpPr txBox="1"/>
          <p:nvPr/>
        </p:nvSpPr>
        <p:spPr>
          <a:xfrm>
            <a:off x="565150" y="770890"/>
            <a:ext cx="7335835" cy="70788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목차</a:t>
            </a:r>
          </a:p>
        </p:txBody>
      </p:sp>
      <p:sp>
        <p:nvSpPr>
          <p:cNvPr id="3" name="Content Placeholder 2" descr="##idx_2##">
            <a:extLst>
              <a:ext uri="{FF2B5EF4-FFF2-40B4-BE49-F238E27FC236}">
                <a16:creationId xmlns:a16="http://schemas.microsoft.com/office/drawing/2014/main" id="{0C964D5D-2862-1600-D03C-8C8D03B435D6}"/>
              </a:ext>
            </a:extLst>
          </p:cNvPr>
          <p:cNvSpPr txBox="1"/>
          <p:nvPr/>
        </p:nvSpPr>
        <p:spPr>
          <a:xfrm>
            <a:off x="565150" y="2160016"/>
            <a:ext cx="7335835" cy="15696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2400">
                <a:solidFill>
                  <a:srgbClr val="000000"/>
                </a:solidFill>
                <a:latin typeface="Malgun Gothic Semilight" panose="020B0502040204020203" pitchFamily="50" charset="-127"/>
              </a:rPr>
              <a:t>보이스피싱이란</a:t>
            </a:r>
            <a:r>
              <a:rPr lang="en-US" altLang="ko-KR" sz="2400">
                <a:solidFill>
                  <a:srgbClr val="000000"/>
                </a:solidFill>
                <a:latin typeface="Malgun Gothic Semilight" panose="020B0502040204020203" pitchFamily="50" charset="-127"/>
              </a:rPr>
              <a:t>?</a:t>
            </a:r>
          </a:p>
          <a:p>
            <a:r>
              <a:rPr lang="ko-KR" altLang="en-US" sz="2400">
                <a:solidFill>
                  <a:srgbClr val="000000"/>
                </a:solidFill>
                <a:latin typeface="Malgun Gothic Semilight" panose="020B0502040204020203" pitchFamily="50" charset="-127"/>
              </a:rPr>
              <a:t>보이스피싱 수법</a:t>
            </a:r>
          </a:p>
          <a:p>
            <a:r>
              <a:rPr lang="ko-KR" altLang="en-US" sz="2400">
                <a:solidFill>
                  <a:srgbClr val="000000"/>
                </a:solidFill>
                <a:latin typeface="Malgun Gothic Semilight" panose="020B0502040204020203" pitchFamily="50" charset="-127"/>
              </a:rPr>
              <a:t>당했다면</a:t>
            </a:r>
            <a:r>
              <a:rPr lang="en-US" altLang="ko-KR" sz="2400">
                <a:solidFill>
                  <a:srgbClr val="000000"/>
                </a:solidFill>
                <a:latin typeface="Malgun Gothic Semilight" panose="020B0502040204020203" pitchFamily="50" charset="-127"/>
              </a:rPr>
              <a:t>?</a:t>
            </a:r>
          </a:p>
          <a:p>
            <a:r>
              <a:rPr lang="ko-KR" altLang="en-US" sz="2400">
                <a:solidFill>
                  <a:srgbClr val="000000"/>
                </a:solidFill>
                <a:latin typeface="Malgun Gothic Semilight" panose="020B0502040204020203" pitchFamily="50" charset="-127"/>
              </a:rPr>
              <a:t>요약 정리</a:t>
            </a:r>
          </a:p>
        </p:txBody>
      </p:sp>
    </p:spTree>
    <p:extLst>
      <p:ext uri="{BB962C8B-B14F-4D97-AF65-F5344CB8AC3E}">
        <p14:creationId xmlns:p14="http://schemas.microsoft.com/office/powerpoint/2010/main" val="2278842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 descr="##idx_1##">
            <a:extLst>
              <a:ext uri="{FF2B5EF4-FFF2-40B4-BE49-F238E27FC236}">
                <a16:creationId xmlns:a16="http://schemas.microsoft.com/office/drawing/2014/main" id="{4F963B38-D18E-9662-DF54-2A4016EB3D5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 1" descr="##idx_2##">
            <a:extLst>
              <a:ext uri="{FF2B5EF4-FFF2-40B4-BE49-F238E27FC236}">
                <a16:creationId xmlns:a16="http://schemas.microsoft.com/office/drawing/2014/main" id="{B9E55ECD-0400-9240-C0D4-9BDE369C423A}"/>
              </a:ext>
            </a:extLst>
          </p:cNvPr>
          <p:cNvSpPr txBox="1"/>
          <p:nvPr/>
        </p:nvSpPr>
        <p:spPr>
          <a:xfrm>
            <a:off x="565150" y="770890"/>
            <a:ext cx="10130224" cy="70788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보이스피싱이란</a:t>
            </a:r>
            <a:r>
              <a:rPr lang="en-US" altLang="ko-KR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?</a:t>
            </a:r>
            <a:endParaRPr lang="ko-KR" altLang="en-US" sz="40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Content Placeholder 2" descr="##idx_3##">
            <a:extLst>
              <a:ext uri="{FF2B5EF4-FFF2-40B4-BE49-F238E27FC236}">
                <a16:creationId xmlns:a16="http://schemas.microsoft.com/office/drawing/2014/main" id="{AEDA56FD-C55F-4C35-0492-E1AE22DCD903}"/>
              </a:ext>
            </a:extLst>
          </p:cNvPr>
          <p:cNvSpPr txBox="1"/>
          <p:nvPr/>
        </p:nvSpPr>
        <p:spPr>
          <a:xfrm>
            <a:off x="565150" y="2160016"/>
            <a:ext cx="10130224" cy="83099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endParaRPr lang="ko-KR" altLang="en-US" sz="2400">
              <a:solidFill>
                <a:srgbClr val="000000"/>
              </a:solidFill>
              <a:latin typeface="Malgun Gothic Semilight" panose="020B0502040204020203" pitchFamily="50" charset="-127"/>
            </a:endParaRPr>
          </a:p>
          <a:p>
            <a:endParaRPr lang="ko-KR" altLang="en-US" sz="2400">
              <a:solidFill>
                <a:srgbClr val="000000"/>
              </a:solidFill>
              <a:latin typeface="Malgun Gothic Semilight" panose="020B0502040204020203" pitchFamily="50" charset="-127"/>
            </a:endParaRPr>
          </a:p>
        </p:txBody>
      </p:sp>
      <p:grpSp>
        <p:nvGrpSpPr>
          <p:cNvPr id="11" name="Group 9" descr="##idx_4##">
            <a:extLst>
              <a:ext uri="{FF2B5EF4-FFF2-40B4-BE49-F238E27FC236}">
                <a16:creationId xmlns:a16="http://schemas.microsoft.com/office/drawing/2014/main" id="{F18BC7AC-A108-9CA9-284E-A3F5A1B99279}"/>
              </a:ext>
            </a:extLst>
          </p:cNvPr>
          <p:cNvGrpSpPr/>
          <p:nvPr/>
        </p:nvGrpSpPr>
        <p:grpSpPr>
          <a:xfrm>
            <a:off x="10290315" y="0"/>
            <a:ext cx="1901687" cy="6858000"/>
            <a:chOff x="10290315" y="0"/>
            <a:chExt cx="1901687" cy="6858000"/>
          </a:xfrm>
        </p:grpSpPr>
        <p:sp>
          <p:nvSpPr>
            <p:cNvPr id="5" name="Freeform 43" descr="##idx_4_1##">
              <a:extLst>
                <a:ext uri="{FF2B5EF4-FFF2-40B4-BE49-F238E27FC236}">
                  <a16:creationId xmlns:a16="http://schemas.microsoft.com/office/drawing/2014/main" id="{D8009C48-718D-14C0-79F6-9812C4F2665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Freeform 44" descr="##idx_4_2##">
              <a:extLst>
                <a:ext uri="{FF2B5EF4-FFF2-40B4-BE49-F238E27FC236}">
                  <a16:creationId xmlns:a16="http://schemas.microsoft.com/office/drawing/2014/main" id="{15B41C33-7ED3-B4B8-9FF6-34ED094F75AE}"/>
                </a:ext>
              </a:extLst>
            </p:cNvPr>
            <p:cNvSpPr/>
            <p:nvPr/>
          </p:nvSpPr>
          <p:spPr>
            <a:xfrm>
              <a:off x="11653180" y="6295093"/>
              <a:ext cx="538822" cy="562907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Freeform 45" descr="##idx_4_3##">
              <a:extLst>
                <a:ext uri="{FF2B5EF4-FFF2-40B4-BE49-F238E27FC236}">
                  <a16:creationId xmlns:a16="http://schemas.microsoft.com/office/drawing/2014/main" id="{438FA721-D89E-3C03-17ED-AD7B3B65BF14}"/>
                </a:ext>
              </a:extLst>
            </p:cNvPr>
            <p:cNvSpPr/>
            <p:nvPr/>
          </p:nvSpPr>
          <p:spPr>
            <a:xfrm>
              <a:off x="11653180" y="3552066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Freeform 46" descr="##idx_4_4##">
              <a:extLst>
                <a:ext uri="{FF2B5EF4-FFF2-40B4-BE49-F238E27FC236}">
                  <a16:creationId xmlns:a16="http://schemas.microsoft.com/office/drawing/2014/main" id="{AA9C150D-1679-F3F1-6A40-0974A0397CE3}"/>
                </a:ext>
              </a:extLst>
            </p:cNvPr>
            <p:cNvSpPr/>
            <p:nvPr/>
          </p:nvSpPr>
          <p:spPr>
            <a:xfrm>
              <a:off x="11653180" y="2180552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Freeform 47" descr="##idx_4_5##">
              <a:extLst>
                <a:ext uri="{FF2B5EF4-FFF2-40B4-BE49-F238E27FC236}">
                  <a16:creationId xmlns:a16="http://schemas.microsoft.com/office/drawing/2014/main" id="{ACE9ABFB-DD69-6C0A-0BD3-50AD956A50EA}"/>
                </a:ext>
              </a:extLst>
            </p:cNvPr>
            <p:cNvSpPr/>
            <p:nvPr/>
          </p:nvSpPr>
          <p:spPr>
            <a:xfrm>
              <a:off x="11653180" y="809039"/>
              <a:ext cx="538822" cy="1125373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Freeform 48" descr="##idx_4_6##">
              <a:extLst>
                <a:ext uri="{FF2B5EF4-FFF2-40B4-BE49-F238E27FC236}">
                  <a16:creationId xmlns:a16="http://schemas.microsoft.com/office/drawing/2014/main" id="{DB1A1FB8-29DA-8348-6C3C-12279DBCFBAF}"/>
                </a:ext>
              </a:extLst>
            </p:cNvPr>
            <p:cNvSpPr/>
            <p:nvPr/>
          </p:nvSpPr>
          <p:spPr>
            <a:xfrm>
              <a:off x="11653180" y="0"/>
              <a:ext cx="538822" cy="562898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Straight Connector 17" descr="##idx_5##">
            <a:extLst>
              <a:ext uri="{FF2B5EF4-FFF2-40B4-BE49-F238E27FC236}">
                <a16:creationId xmlns:a16="http://schemas.microsoft.com/office/drawing/2014/main" id="{0F00E160-B92F-9471-63EC-9823F856F4AF}"/>
              </a:ext>
            </a:extLst>
          </p:cNvPr>
          <p:cNvSpPr/>
          <p:nvPr/>
        </p:nvSpPr>
        <p:spPr>
          <a:xfrm>
            <a:off x="565150" y="6087110"/>
            <a:ext cx="11058344" cy="0"/>
          </a:xfrm>
          <a:prstGeom prst="ellipse">
            <a:avLst/>
          </a:prstGeom>
          <a:solidFill>
            <a:srgbClr val="000000">
              <a:alpha val="0"/>
            </a:srgbClr>
          </a:solidFill>
          <a:ln w="12700" cmpd="sng">
            <a:solidFill>
              <a:srgbClr val="A6A6A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3" descr="##idx_6##">
            <a:extLst>
              <a:ext uri="{FF2B5EF4-FFF2-40B4-BE49-F238E27FC236}">
                <a16:creationId xmlns:a16="http://schemas.microsoft.com/office/drawing/2014/main" id="{BA37B8C3-7551-7606-9F52-D62AD7EC24D5}"/>
              </a:ext>
            </a:extLst>
          </p:cNvPr>
          <p:cNvSpPr txBox="1"/>
          <p:nvPr/>
        </p:nvSpPr>
        <p:spPr>
          <a:xfrm>
            <a:off x="925286" y="1709263"/>
            <a:ext cx="6542314" cy="120032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en-US" altLang="ko-KR">
                <a:solidFill>
                  <a:srgbClr val="000000"/>
                </a:solidFill>
                <a:latin typeface="Malgun Gothic Semilight" panose="020B0502040204020203" pitchFamily="50" charset="-127"/>
              </a:rPr>
              <a:t>https://youtu.be/XtvuBDQ18AM</a:t>
            </a:r>
          </a:p>
          <a:p>
            <a:endParaRPr lang="en-US" altLang="ko-KR">
              <a:solidFill>
                <a:srgbClr val="000000"/>
              </a:solidFill>
              <a:latin typeface="Malgun Gothic Semilight" panose="020B0502040204020203" pitchFamily="50" charset="-127"/>
            </a:endParaRPr>
          </a:p>
          <a:p>
            <a:endParaRPr lang="en-US" altLang="ko-KR">
              <a:solidFill>
                <a:srgbClr val="000000"/>
              </a:solidFill>
              <a:latin typeface="Malgun Gothic Semilight" panose="020B0502040204020203" pitchFamily="50" charset="-127"/>
            </a:endParaRPr>
          </a:p>
          <a:p>
            <a:endParaRPr lang="ko-KR" altLang="en-US">
              <a:solidFill>
                <a:srgbClr val="000000"/>
              </a:solidFill>
              <a:latin typeface="Malgun Gothic Semilight" panose="020B0502040204020203" pitchFamily="50" charset="-127"/>
            </a:endParaRPr>
          </a:p>
        </p:txBody>
      </p:sp>
      <p:sp>
        <p:nvSpPr>
          <p:cNvPr id="14" name="그림 5" descr="##idx_7##">
            <a:extLst>
              <a:ext uri="{FF2B5EF4-FFF2-40B4-BE49-F238E27FC236}">
                <a16:creationId xmlns:a16="http://schemas.microsoft.com/office/drawing/2014/main" id="{CC2EB951-C07C-B92A-4120-32BA14572CC9}"/>
              </a:ext>
            </a:extLst>
          </p:cNvPr>
          <p:cNvSpPr/>
          <p:nvPr/>
        </p:nvSpPr>
        <p:spPr>
          <a:xfrm>
            <a:off x="699752" y="2546817"/>
            <a:ext cx="5543870" cy="3352759"/>
          </a:xfrm>
          <a:prstGeom prst="can">
            <a:avLst/>
          </a:prstGeom>
          <a:solidFill>
            <a:srgbClr val="FFFFFF">
              <a:alpha val="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082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 descr="##idx_1##">
            <a:extLst>
              <a:ext uri="{FF2B5EF4-FFF2-40B4-BE49-F238E27FC236}">
                <a16:creationId xmlns:a16="http://schemas.microsoft.com/office/drawing/2014/main" id="{B304E27B-ECB8-9A29-3CD3-EACBEAEB53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 1" descr="##idx_2##">
            <a:extLst>
              <a:ext uri="{FF2B5EF4-FFF2-40B4-BE49-F238E27FC236}">
                <a16:creationId xmlns:a16="http://schemas.microsoft.com/office/drawing/2014/main" id="{3D78A27E-40A9-1CD1-309C-BC536AC077A2}"/>
              </a:ext>
            </a:extLst>
          </p:cNvPr>
          <p:cNvSpPr txBox="1"/>
          <p:nvPr/>
        </p:nvSpPr>
        <p:spPr>
          <a:xfrm>
            <a:off x="565150" y="770890"/>
            <a:ext cx="9198761" cy="70788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보이스피싱이란</a:t>
            </a:r>
            <a:r>
              <a:rPr lang="en-US" altLang="ko-KR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?</a:t>
            </a:r>
            <a:endParaRPr lang="ko-KR" altLang="en-US" sz="40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Content Placeholder 2" descr="##idx_3##">
            <a:extLst>
              <a:ext uri="{FF2B5EF4-FFF2-40B4-BE49-F238E27FC236}">
                <a16:creationId xmlns:a16="http://schemas.microsoft.com/office/drawing/2014/main" id="{15C431AC-1318-3C4C-74BF-0508F765E162}"/>
              </a:ext>
            </a:extLst>
          </p:cNvPr>
          <p:cNvSpPr txBox="1"/>
          <p:nvPr/>
        </p:nvSpPr>
        <p:spPr>
          <a:xfrm>
            <a:off x="565150" y="2160016"/>
            <a:ext cx="9198761" cy="181588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28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각종 전기통신을 이용하여</a:t>
            </a:r>
            <a:r>
              <a:rPr lang="en-US" altLang="ko-KR" sz="28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, </a:t>
            </a:r>
            <a:r>
              <a:rPr lang="ko-KR" altLang="en-US" sz="28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개인정보를 탈취</a:t>
            </a:r>
          </a:p>
          <a:p>
            <a:r>
              <a:rPr lang="ko-KR" altLang="en-US" sz="28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탈취한 정보를 이용하여 피해자의 금전</a:t>
            </a:r>
            <a:r>
              <a:rPr lang="en-US" altLang="ko-KR" sz="28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(</a:t>
            </a:r>
            <a:r>
              <a:rPr lang="ko-KR" altLang="en-US" sz="28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통장</a:t>
            </a:r>
            <a:r>
              <a:rPr lang="en-US" altLang="ko-KR" sz="28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, </a:t>
            </a:r>
            <a:r>
              <a:rPr lang="ko-KR" altLang="en-US" sz="28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잔액</a:t>
            </a:r>
            <a:r>
              <a:rPr lang="en-US" altLang="ko-KR" sz="28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)</a:t>
            </a:r>
            <a:r>
              <a:rPr lang="ko-KR" altLang="en-US" sz="28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을 갈취하는 금융사기 범죄</a:t>
            </a:r>
          </a:p>
          <a:p>
            <a:r>
              <a:rPr lang="ko-KR" altLang="en-US" sz="28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피해자가 본인도 모르는 사이 범죄에 연류됨</a:t>
            </a:r>
          </a:p>
        </p:txBody>
      </p:sp>
      <p:sp>
        <p:nvSpPr>
          <p:cNvPr id="5" name="Straight Connector 9" descr="##idx_4##">
            <a:extLst>
              <a:ext uri="{FF2B5EF4-FFF2-40B4-BE49-F238E27FC236}">
                <a16:creationId xmlns:a16="http://schemas.microsoft.com/office/drawing/2014/main" id="{639E56B0-B8D9-0923-F185-EEA845BA1188}"/>
              </a:ext>
            </a:extLst>
          </p:cNvPr>
          <p:cNvSpPr/>
          <p:nvPr/>
        </p:nvSpPr>
        <p:spPr>
          <a:xfrm>
            <a:off x="565150" y="6087110"/>
            <a:ext cx="9198761" cy="0"/>
          </a:xfrm>
          <a:prstGeom prst="ellipse">
            <a:avLst/>
          </a:prstGeom>
          <a:solidFill>
            <a:srgbClr val="000000">
              <a:alpha val="0"/>
            </a:srgbClr>
          </a:solidFill>
          <a:ln w="12700" cmpd="sng">
            <a:solidFill>
              <a:srgbClr val="A6A6A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" name="Group 11" descr="##idx_5##">
            <a:extLst>
              <a:ext uri="{FF2B5EF4-FFF2-40B4-BE49-F238E27FC236}">
                <a16:creationId xmlns:a16="http://schemas.microsoft.com/office/drawing/2014/main" id="{8698648B-12EF-0937-786F-EA637019BC16}"/>
              </a:ext>
            </a:extLst>
          </p:cNvPr>
          <p:cNvGrpSpPr/>
          <p:nvPr/>
        </p:nvGrpSpPr>
        <p:grpSpPr>
          <a:xfrm>
            <a:off x="10290315" y="0"/>
            <a:ext cx="1901687" cy="6858000"/>
            <a:chOff x="10290315" y="0"/>
            <a:chExt cx="1901687" cy="6858000"/>
          </a:xfrm>
        </p:grpSpPr>
        <p:sp>
          <p:nvSpPr>
            <p:cNvPr id="6" name="Oval 12" descr="##idx_5_1##">
              <a:extLst>
                <a:ext uri="{FF2B5EF4-FFF2-40B4-BE49-F238E27FC236}">
                  <a16:creationId xmlns:a16="http://schemas.microsoft.com/office/drawing/2014/main" id="{DCA8F80F-0D8E-5C39-FA03-822346CB3530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Freeform 24" descr="##idx_5_2##">
              <a:extLst>
                <a:ext uri="{FF2B5EF4-FFF2-40B4-BE49-F238E27FC236}">
                  <a16:creationId xmlns:a16="http://schemas.microsoft.com/office/drawing/2014/main" id="{C92CCE27-C024-7671-5814-AB464ED22BF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Freeform 25" descr="##idx_5_3##">
              <a:extLst>
                <a:ext uri="{FF2B5EF4-FFF2-40B4-BE49-F238E27FC236}">
                  <a16:creationId xmlns:a16="http://schemas.microsoft.com/office/drawing/2014/main" id="{FB6F1CE5-948C-50AC-CE1B-D14A9B358B0A}"/>
                </a:ext>
              </a:extLst>
            </p:cNvPr>
            <p:cNvSpPr/>
            <p:nvPr/>
          </p:nvSpPr>
          <p:spPr>
            <a:xfrm>
              <a:off x="11653180" y="6295093"/>
              <a:ext cx="538822" cy="562907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Freeform 26" descr="##idx_5_4##">
              <a:extLst>
                <a:ext uri="{FF2B5EF4-FFF2-40B4-BE49-F238E27FC236}">
                  <a16:creationId xmlns:a16="http://schemas.microsoft.com/office/drawing/2014/main" id="{B1044CA3-E5D8-1655-D0BE-6965CBA27751}"/>
                </a:ext>
              </a:extLst>
            </p:cNvPr>
            <p:cNvSpPr/>
            <p:nvPr/>
          </p:nvSpPr>
          <p:spPr>
            <a:xfrm>
              <a:off x="11653180" y="3552066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Freeform 27" descr="##idx_5_5##">
              <a:extLst>
                <a:ext uri="{FF2B5EF4-FFF2-40B4-BE49-F238E27FC236}">
                  <a16:creationId xmlns:a16="http://schemas.microsoft.com/office/drawing/2014/main" id="{F0EF3EAA-790E-C8F1-5713-3904F3F53BC0}"/>
                </a:ext>
              </a:extLst>
            </p:cNvPr>
            <p:cNvSpPr/>
            <p:nvPr/>
          </p:nvSpPr>
          <p:spPr>
            <a:xfrm>
              <a:off x="11653180" y="2180552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Freeform 28" descr="##idx_5_6##">
              <a:extLst>
                <a:ext uri="{FF2B5EF4-FFF2-40B4-BE49-F238E27FC236}">
                  <a16:creationId xmlns:a16="http://schemas.microsoft.com/office/drawing/2014/main" id="{67356C59-E284-5AF4-7E32-1805612AA213}"/>
                </a:ext>
              </a:extLst>
            </p:cNvPr>
            <p:cNvSpPr/>
            <p:nvPr/>
          </p:nvSpPr>
          <p:spPr>
            <a:xfrm>
              <a:off x="11653180" y="809039"/>
              <a:ext cx="538822" cy="1125373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Freeform 29" descr="##idx_5_7##">
              <a:extLst>
                <a:ext uri="{FF2B5EF4-FFF2-40B4-BE49-F238E27FC236}">
                  <a16:creationId xmlns:a16="http://schemas.microsoft.com/office/drawing/2014/main" id="{F3B1EABB-2AAE-2645-A131-5612A3C6A3E6}"/>
                </a:ext>
              </a:extLst>
            </p:cNvPr>
            <p:cNvSpPr/>
            <p:nvPr/>
          </p:nvSpPr>
          <p:spPr>
            <a:xfrm>
              <a:off x="11653180" y="0"/>
              <a:ext cx="538822" cy="562898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5324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##idx_1##">
            <a:extLst>
              <a:ext uri="{FF2B5EF4-FFF2-40B4-BE49-F238E27FC236}">
                <a16:creationId xmlns:a16="http://schemas.microsoft.com/office/drawing/2014/main" id="{B4DDA7A3-A9EB-0422-9433-E130565AC6E9}"/>
              </a:ext>
            </a:extLst>
          </p:cNvPr>
          <p:cNvSpPr txBox="1"/>
          <p:nvPr/>
        </p:nvSpPr>
        <p:spPr>
          <a:xfrm>
            <a:off x="565150" y="770890"/>
            <a:ext cx="7335835" cy="70788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보이스피싱 수법 </a:t>
            </a:r>
          </a:p>
        </p:txBody>
      </p:sp>
      <p:sp>
        <p:nvSpPr>
          <p:cNvPr id="3" name="Content Placeholder 2" descr="##idx_2##">
            <a:extLst>
              <a:ext uri="{FF2B5EF4-FFF2-40B4-BE49-F238E27FC236}">
                <a16:creationId xmlns:a16="http://schemas.microsoft.com/office/drawing/2014/main" id="{7F738002-967A-76CA-8B50-9E26DAB2358D}"/>
              </a:ext>
            </a:extLst>
          </p:cNvPr>
          <p:cNvSpPr txBox="1"/>
          <p:nvPr/>
        </p:nvSpPr>
        <p:spPr>
          <a:xfrm>
            <a:off x="565150" y="2160016"/>
            <a:ext cx="7335835" cy="255454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32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자녀 사칭</a:t>
            </a:r>
          </a:p>
          <a:p>
            <a:r>
              <a:rPr lang="ko-KR" altLang="en-US" sz="32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정부기관 사칭</a:t>
            </a:r>
          </a:p>
          <a:p>
            <a:r>
              <a:rPr lang="ko-KR" altLang="en-US" sz="32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대출사기 문자</a:t>
            </a:r>
          </a:p>
          <a:p>
            <a:r>
              <a:rPr lang="ko-KR" altLang="en-US" sz="32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스미싱</a:t>
            </a:r>
          </a:p>
          <a:p>
            <a:r>
              <a:rPr lang="ko-KR" altLang="en-US" sz="32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원격조정 어플</a:t>
            </a:r>
            <a:r>
              <a:rPr lang="en-US" altLang="ko-KR" sz="32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(</a:t>
            </a:r>
            <a:r>
              <a:rPr lang="ko-KR" altLang="en-US" sz="32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앱</a:t>
            </a:r>
            <a:r>
              <a:rPr lang="en-US" altLang="ko-KR" sz="32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)</a:t>
            </a:r>
            <a:endParaRPr lang="ko-KR" altLang="en-US" sz="3200" b="1">
              <a:solidFill>
                <a:srgbClr val="000000"/>
              </a:solidFill>
              <a:latin typeface="Malgun Gothic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3991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 descr="##idx_1##">
            <a:extLst>
              <a:ext uri="{FF2B5EF4-FFF2-40B4-BE49-F238E27FC236}">
                <a16:creationId xmlns:a16="http://schemas.microsoft.com/office/drawing/2014/main" id="{43F1FA54-0EE8-2D57-E2C1-70AFFE379C8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 1" descr="##idx_2##">
            <a:extLst>
              <a:ext uri="{FF2B5EF4-FFF2-40B4-BE49-F238E27FC236}">
                <a16:creationId xmlns:a16="http://schemas.microsoft.com/office/drawing/2014/main" id="{2040FC3B-9C4B-A2D6-0E05-2E7E66A82954}"/>
              </a:ext>
            </a:extLst>
          </p:cNvPr>
          <p:cNvSpPr txBox="1"/>
          <p:nvPr/>
        </p:nvSpPr>
        <p:spPr>
          <a:xfrm>
            <a:off x="565150" y="770889"/>
            <a:ext cx="4541445" cy="13234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보이스피싱 수법</a:t>
            </a:r>
            <a:b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</a:br>
            <a:r>
              <a:rPr lang="en-US" altLang="ko-KR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자녀사칭 </a:t>
            </a:r>
          </a:p>
        </p:txBody>
      </p:sp>
      <p:sp>
        <p:nvSpPr>
          <p:cNvPr id="4" name="TextBox 9" descr="##idx_3##">
            <a:extLst>
              <a:ext uri="{FF2B5EF4-FFF2-40B4-BE49-F238E27FC236}">
                <a16:creationId xmlns:a16="http://schemas.microsoft.com/office/drawing/2014/main" id="{DA144C8C-7819-E4AF-E019-D4C19E8CB72A}"/>
              </a:ext>
            </a:extLst>
          </p:cNvPr>
          <p:cNvSpPr txBox="1"/>
          <p:nvPr/>
        </p:nvSpPr>
        <p:spPr>
          <a:xfrm>
            <a:off x="6155706" y="817197"/>
            <a:ext cx="5457725" cy="147732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>
                <a:solidFill>
                  <a:srgbClr val="000000"/>
                </a:solidFill>
                <a:latin typeface="Malgun Gothic Semilight" panose="020B0502040204020203" pitchFamily="50" charset="-127"/>
              </a:rPr>
              <a:t>이체 부탁</a:t>
            </a:r>
          </a:p>
          <a:p>
            <a:r>
              <a:rPr lang="ko-KR" altLang="en-US">
                <a:solidFill>
                  <a:srgbClr val="000000"/>
                </a:solidFill>
                <a:latin typeface="Malgun Gothic Semilight" panose="020B0502040204020203" pitchFamily="50" charset="-127"/>
              </a:rPr>
              <a:t>신분증 사본 요청</a:t>
            </a:r>
          </a:p>
          <a:p>
            <a:r>
              <a:rPr lang="ko-KR" altLang="en-US">
                <a:solidFill>
                  <a:srgbClr val="000000"/>
                </a:solidFill>
                <a:latin typeface="Malgun Gothic Semilight" panose="020B0502040204020203" pitchFamily="50" charset="-127"/>
              </a:rPr>
              <a:t>문화상품권 구매</a:t>
            </a:r>
          </a:p>
          <a:p>
            <a:r>
              <a:rPr lang="ko-KR" altLang="en-US">
                <a:solidFill>
                  <a:srgbClr val="000000"/>
                </a:solidFill>
                <a:latin typeface="Malgun Gothic Semilight" panose="020B0502040204020203" pitchFamily="50" charset="-127"/>
              </a:rPr>
              <a:t>편의점 기프트카드</a:t>
            </a:r>
          </a:p>
          <a:p>
            <a:endParaRPr lang="ko-KR" altLang="en-US">
              <a:solidFill>
                <a:srgbClr val="000000"/>
              </a:solidFill>
              <a:latin typeface="Malgun Gothic Semilight" panose="020B0502040204020203" pitchFamily="50" charset="-127"/>
            </a:endParaRPr>
          </a:p>
        </p:txBody>
      </p:sp>
      <p:grpSp>
        <p:nvGrpSpPr>
          <p:cNvPr id="9" name="Group 17" descr="##idx_4##">
            <a:extLst>
              <a:ext uri="{FF2B5EF4-FFF2-40B4-BE49-F238E27FC236}">
                <a16:creationId xmlns:a16="http://schemas.microsoft.com/office/drawing/2014/main" id="{BF130B8B-657B-656F-0DC0-8250BDD3D434}"/>
              </a:ext>
            </a:extLst>
          </p:cNvPr>
          <p:cNvGrpSpPr/>
          <p:nvPr/>
        </p:nvGrpSpPr>
        <p:grpSpPr>
          <a:xfrm>
            <a:off x="10290315" y="0"/>
            <a:ext cx="1901687" cy="4677439"/>
            <a:chOff x="10290315" y="0"/>
            <a:chExt cx="1901687" cy="4677439"/>
          </a:xfrm>
        </p:grpSpPr>
        <p:sp>
          <p:nvSpPr>
            <p:cNvPr id="5" name="Freeform 53" descr="##idx_4_1##">
              <a:extLst>
                <a:ext uri="{FF2B5EF4-FFF2-40B4-BE49-F238E27FC236}">
                  <a16:creationId xmlns:a16="http://schemas.microsoft.com/office/drawing/2014/main" id="{86A2E6FA-6281-2F15-0DF6-02B0DC5D70F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Freeform 55" descr="##idx_4_2##">
              <a:extLst>
                <a:ext uri="{FF2B5EF4-FFF2-40B4-BE49-F238E27FC236}">
                  <a16:creationId xmlns:a16="http://schemas.microsoft.com/office/drawing/2014/main" id="{61F24D5F-7C51-3B5D-861B-56BFC4C59794}"/>
                </a:ext>
              </a:extLst>
            </p:cNvPr>
            <p:cNvSpPr/>
            <p:nvPr/>
          </p:nvSpPr>
          <p:spPr>
            <a:xfrm>
              <a:off x="11653180" y="3552066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Freeform 57" descr="##idx_4_3##">
              <a:extLst>
                <a:ext uri="{FF2B5EF4-FFF2-40B4-BE49-F238E27FC236}">
                  <a16:creationId xmlns:a16="http://schemas.microsoft.com/office/drawing/2014/main" id="{E44CBDD9-6CE3-4E33-E76E-A0F295B161DD}"/>
                </a:ext>
              </a:extLst>
            </p:cNvPr>
            <p:cNvSpPr/>
            <p:nvPr/>
          </p:nvSpPr>
          <p:spPr>
            <a:xfrm>
              <a:off x="11653180" y="809039"/>
              <a:ext cx="538822" cy="1125373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Freeform 58" descr="##idx_4_4##">
              <a:extLst>
                <a:ext uri="{FF2B5EF4-FFF2-40B4-BE49-F238E27FC236}">
                  <a16:creationId xmlns:a16="http://schemas.microsoft.com/office/drawing/2014/main" id="{F7B02408-47CA-A89A-2749-672417D32D2E}"/>
                </a:ext>
              </a:extLst>
            </p:cNvPr>
            <p:cNvSpPr/>
            <p:nvPr/>
          </p:nvSpPr>
          <p:spPr>
            <a:xfrm>
              <a:off x="11653180" y="0"/>
              <a:ext cx="538822" cy="562898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Straight Connector 23" descr="##idx_5##">
            <a:extLst>
              <a:ext uri="{FF2B5EF4-FFF2-40B4-BE49-F238E27FC236}">
                <a16:creationId xmlns:a16="http://schemas.microsoft.com/office/drawing/2014/main" id="{FECB44F0-5F3D-CC09-7064-7C343E769BDB}"/>
              </a:ext>
            </a:extLst>
          </p:cNvPr>
          <p:cNvSpPr/>
          <p:nvPr/>
        </p:nvSpPr>
        <p:spPr>
          <a:xfrm>
            <a:off x="565150" y="6087110"/>
            <a:ext cx="11058344" cy="0"/>
          </a:xfrm>
          <a:prstGeom prst="ellipse">
            <a:avLst/>
          </a:prstGeom>
          <a:solidFill>
            <a:srgbClr val="000000">
              <a:alpha val="0"/>
            </a:srgbClr>
          </a:solidFill>
          <a:ln w="12700" cmpd="sng">
            <a:solidFill>
              <a:srgbClr val="A6A6A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그림 12" descr="##idx_6##">
            <a:extLst>
              <a:ext uri="{FF2B5EF4-FFF2-40B4-BE49-F238E27FC236}">
                <a16:creationId xmlns:a16="http://schemas.microsoft.com/office/drawing/2014/main" id="{094F67A3-FE0F-3449-C0D0-592B96A6FC05}"/>
              </a:ext>
            </a:extLst>
          </p:cNvPr>
          <p:cNvSpPr/>
          <p:nvPr/>
        </p:nvSpPr>
        <p:spPr>
          <a:xfrm>
            <a:off x="8554382" y="2138334"/>
            <a:ext cx="2798094" cy="4350124"/>
          </a:xfrm>
          <a:prstGeom prst="can">
            <a:avLst/>
          </a:prstGeom>
          <a:solidFill>
            <a:srgbClr val="FFFFFF">
              <a:alpha val="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그림 9" descr="##idx_7##">
            <a:extLst>
              <a:ext uri="{FF2B5EF4-FFF2-40B4-BE49-F238E27FC236}">
                <a16:creationId xmlns:a16="http://schemas.microsoft.com/office/drawing/2014/main" id="{6C3857FC-5B39-4D21-ECBF-95D74B314F9C}"/>
              </a:ext>
            </a:extLst>
          </p:cNvPr>
          <p:cNvSpPr txBox="1"/>
          <p:nvPr/>
        </p:nvSpPr>
        <p:spPr>
          <a:xfrm>
            <a:off x="569701" y="2133577"/>
            <a:ext cx="2853604" cy="44442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endParaRPr lang="ko-KR" altLang="en-US"/>
          </a:p>
        </p:txBody>
      </p:sp>
      <p:sp>
        <p:nvSpPr>
          <p:cNvPr id="13" name="그림 4" descr="##idx_8##">
            <a:extLst>
              <a:ext uri="{FF2B5EF4-FFF2-40B4-BE49-F238E27FC236}">
                <a16:creationId xmlns:a16="http://schemas.microsoft.com/office/drawing/2014/main" id="{B25328EC-519A-6D36-88D4-9111622A5BDE}"/>
              </a:ext>
            </a:extLst>
          </p:cNvPr>
          <p:cNvSpPr/>
          <p:nvPr/>
        </p:nvSpPr>
        <p:spPr>
          <a:xfrm>
            <a:off x="3790594" y="2133576"/>
            <a:ext cx="2648482" cy="4444289"/>
          </a:xfrm>
          <a:prstGeom prst="can">
            <a:avLst/>
          </a:prstGeom>
          <a:solidFill>
            <a:srgbClr val="FFFFFF">
              <a:alpha val="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ound Diagonal Corner Rectangle 13" descr="##idx_9##">
            <a:extLst>
              <a:ext uri="{FF2B5EF4-FFF2-40B4-BE49-F238E27FC236}">
                <a16:creationId xmlns:a16="http://schemas.microsoft.com/office/drawing/2014/main" id="{51A5E560-F17C-2A46-8540-8A08D4221E54}"/>
              </a:ext>
            </a:extLst>
          </p:cNvPr>
          <p:cNvSpPr/>
          <p:nvPr/>
        </p:nvSpPr>
        <p:spPr>
          <a:xfrm rot="21000000">
            <a:off x="56738" y="2620673"/>
            <a:ext cx="11836882" cy="2460402"/>
          </a:xfrm>
          <a:prstGeom prst="round2DiagRect">
            <a:avLst/>
          </a:prstGeom>
          <a:solidFill>
            <a:srgbClr val="FFFFFF">
              <a:alpha val="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600" b="1">
                <a:solidFill>
                  <a:srgbClr val="FF0000"/>
                </a:solidFill>
                <a:latin typeface="Malgun Gothic" panose="020B0503020000020004" pitchFamily="50" charset="-127"/>
              </a:rPr>
              <a:t>자녀에게 전화 먼저하기</a:t>
            </a:r>
            <a:r>
              <a:rPr lang="en-US" altLang="ko-KR" sz="6600" b="1">
                <a:solidFill>
                  <a:srgbClr val="FF0000"/>
                </a:solidFill>
                <a:latin typeface="Malgun Gothic" panose="020B0503020000020004" pitchFamily="50" charset="-127"/>
              </a:rPr>
              <a:t>!!!!!!!!</a:t>
            </a:r>
            <a:endParaRPr lang="ko-KR" altLang="en-US" sz="6600" b="1">
              <a:solidFill>
                <a:srgbClr val="FF0000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6318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 descr="##idx_1##">
            <a:extLst>
              <a:ext uri="{FF2B5EF4-FFF2-40B4-BE49-F238E27FC236}">
                <a16:creationId xmlns:a16="http://schemas.microsoft.com/office/drawing/2014/main" id="{ECE2B06D-86EC-F8B7-1165-77ECB0D585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FFFFFF"/>
                </a:solidFill>
                <a:latin typeface="Malgun Gothic Semilight" panose="020B0502040204020203" pitchFamily="50" charset="-127"/>
              </a:rPr>
              <a:t>https://youtu.be/FbLav4Rmfdg?t=343</a:t>
            </a:r>
            <a:endParaRPr lang="ko-KR" altLang="en-US">
              <a:solidFill>
                <a:srgbClr val="FFFFFF"/>
              </a:solidFill>
              <a:latin typeface="Malgun Gothic Semilight" panose="020B0502040204020203" pitchFamily="50" charset="-127"/>
            </a:endParaRPr>
          </a:p>
        </p:txBody>
      </p:sp>
      <p:sp>
        <p:nvSpPr>
          <p:cNvPr id="3" name="Title 1" descr="##idx_2##">
            <a:extLst>
              <a:ext uri="{FF2B5EF4-FFF2-40B4-BE49-F238E27FC236}">
                <a16:creationId xmlns:a16="http://schemas.microsoft.com/office/drawing/2014/main" id="{0519EE6A-6574-4D27-7982-6EADCD3E5FEB}"/>
              </a:ext>
            </a:extLst>
          </p:cNvPr>
          <p:cNvSpPr txBox="1"/>
          <p:nvPr/>
        </p:nvSpPr>
        <p:spPr>
          <a:xfrm>
            <a:off x="565150" y="770890"/>
            <a:ext cx="10130224" cy="70788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보이스피싱 수법 </a:t>
            </a:r>
            <a:r>
              <a:rPr lang="en-US" altLang="ko-KR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정부기관 사칭</a:t>
            </a:r>
          </a:p>
        </p:txBody>
      </p:sp>
      <p:sp>
        <p:nvSpPr>
          <p:cNvPr id="4" name="Content Placeholder 2" descr="##idx_3##">
            <a:extLst>
              <a:ext uri="{FF2B5EF4-FFF2-40B4-BE49-F238E27FC236}">
                <a16:creationId xmlns:a16="http://schemas.microsoft.com/office/drawing/2014/main" id="{1E93455C-335B-06BE-F42E-F87AE78FB4C8}"/>
              </a:ext>
            </a:extLst>
          </p:cNvPr>
          <p:cNvSpPr txBox="1"/>
          <p:nvPr/>
        </p:nvSpPr>
        <p:spPr>
          <a:xfrm>
            <a:off x="565150" y="2160016"/>
            <a:ext cx="10130224" cy="46166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endParaRPr lang="ko-KR" altLang="en-US" sz="2400">
              <a:solidFill>
                <a:srgbClr val="000000"/>
              </a:solidFill>
              <a:latin typeface="Malgun Gothic Semilight" panose="020B0502040204020203" pitchFamily="50" charset="-127"/>
            </a:endParaRPr>
          </a:p>
        </p:txBody>
      </p:sp>
      <p:grpSp>
        <p:nvGrpSpPr>
          <p:cNvPr id="11" name="Group 9" descr="##idx_4##">
            <a:extLst>
              <a:ext uri="{FF2B5EF4-FFF2-40B4-BE49-F238E27FC236}">
                <a16:creationId xmlns:a16="http://schemas.microsoft.com/office/drawing/2014/main" id="{321CD48E-269E-A407-B072-2F1505E1485B}"/>
              </a:ext>
            </a:extLst>
          </p:cNvPr>
          <p:cNvGrpSpPr/>
          <p:nvPr/>
        </p:nvGrpSpPr>
        <p:grpSpPr>
          <a:xfrm>
            <a:off x="10290315" y="0"/>
            <a:ext cx="1901687" cy="6858000"/>
            <a:chOff x="10290315" y="0"/>
            <a:chExt cx="1901687" cy="6858000"/>
          </a:xfrm>
        </p:grpSpPr>
        <p:sp>
          <p:nvSpPr>
            <p:cNvPr id="5" name="Freeform 43" descr="##idx_4_1##">
              <a:extLst>
                <a:ext uri="{FF2B5EF4-FFF2-40B4-BE49-F238E27FC236}">
                  <a16:creationId xmlns:a16="http://schemas.microsoft.com/office/drawing/2014/main" id="{5531476B-7578-8AED-3951-1734674BE153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Freeform 44" descr="##idx_4_2##">
              <a:extLst>
                <a:ext uri="{FF2B5EF4-FFF2-40B4-BE49-F238E27FC236}">
                  <a16:creationId xmlns:a16="http://schemas.microsoft.com/office/drawing/2014/main" id="{71BC8537-221A-4162-3494-75478CA517A1}"/>
                </a:ext>
              </a:extLst>
            </p:cNvPr>
            <p:cNvSpPr/>
            <p:nvPr/>
          </p:nvSpPr>
          <p:spPr>
            <a:xfrm>
              <a:off x="11653180" y="6295093"/>
              <a:ext cx="538822" cy="562907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Freeform 45" descr="##idx_4_3##">
              <a:extLst>
                <a:ext uri="{FF2B5EF4-FFF2-40B4-BE49-F238E27FC236}">
                  <a16:creationId xmlns:a16="http://schemas.microsoft.com/office/drawing/2014/main" id="{E66E6AAD-755C-91DB-55B2-ECD581E819CD}"/>
                </a:ext>
              </a:extLst>
            </p:cNvPr>
            <p:cNvSpPr/>
            <p:nvPr/>
          </p:nvSpPr>
          <p:spPr>
            <a:xfrm>
              <a:off x="11653180" y="3552066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Freeform 46" descr="##idx_4_4##">
              <a:extLst>
                <a:ext uri="{FF2B5EF4-FFF2-40B4-BE49-F238E27FC236}">
                  <a16:creationId xmlns:a16="http://schemas.microsoft.com/office/drawing/2014/main" id="{AE6CD92F-970C-BC92-9CBC-7DACA0BF3B1E}"/>
                </a:ext>
              </a:extLst>
            </p:cNvPr>
            <p:cNvSpPr/>
            <p:nvPr/>
          </p:nvSpPr>
          <p:spPr>
            <a:xfrm>
              <a:off x="11653180" y="2180552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Freeform 47" descr="##idx_4_5##">
              <a:extLst>
                <a:ext uri="{FF2B5EF4-FFF2-40B4-BE49-F238E27FC236}">
                  <a16:creationId xmlns:a16="http://schemas.microsoft.com/office/drawing/2014/main" id="{3327B48F-B1F8-F8E0-54D9-F087D3180413}"/>
                </a:ext>
              </a:extLst>
            </p:cNvPr>
            <p:cNvSpPr/>
            <p:nvPr/>
          </p:nvSpPr>
          <p:spPr>
            <a:xfrm>
              <a:off x="11653180" y="809039"/>
              <a:ext cx="538822" cy="1125373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Freeform 48" descr="##idx_4_6##">
              <a:extLst>
                <a:ext uri="{FF2B5EF4-FFF2-40B4-BE49-F238E27FC236}">
                  <a16:creationId xmlns:a16="http://schemas.microsoft.com/office/drawing/2014/main" id="{9598C75B-B11F-F693-FBF9-E19E93BEF527}"/>
                </a:ext>
              </a:extLst>
            </p:cNvPr>
            <p:cNvSpPr/>
            <p:nvPr/>
          </p:nvSpPr>
          <p:spPr>
            <a:xfrm>
              <a:off x="11653180" y="0"/>
              <a:ext cx="538822" cy="562898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Straight Connector 17" descr="##idx_5##">
            <a:extLst>
              <a:ext uri="{FF2B5EF4-FFF2-40B4-BE49-F238E27FC236}">
                <a16:creationId xmlns:a16="http://schemas.microsoft.com/office/drawing/2014/main" id="{662A2AD7-6A14-1DE2-A06E-B698DFF67D36}"/>
              </a:ext>
            </a:extLst>
          </p:cNvPr>
          <p:cNvSpPr/>
          <p:nvPr/>
        </p:nvSpPr>
        <p:spPr>
          <a:xfrm>
            <a:off x="565150" y="6087110"/>
            <a:ext cx="11058344" cy="0"/>
          </a:xfrm>
          <a:prstGeom prst="ellipse">
            <a:avLst/>
          </a:prstGeom>
          <a:solidFill>
            <a:srgbClr val="000000">
              <a:alpha val="0"/>
            </a:srgbClr>
          </a:solidFill>
          <a:ln w="12700" cmpd="sng">
            <a:solidFill>
              <a:srgbClr val="A6A6A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그림 4" descr="##idx_6##">
            <a:extLst>
              <a:ext uri="{FF2B5EF4-FFF2-40B4-BE49-F238E27FC236}">
                <a16:creationId xmlns:a16="http://schemas.microsoft.com/office/drawing/2014/main" id="{AE5C05AB-38E3-431A-60E0-D29F575A9826}"/>
              </a:ext>
            </a:extLst>
          </p:cNvPr>
          <p:cNvSpPr/>
          <p:nvPr/>
        </p:nvSpPr>
        <p:spPr>
          <a:xfrm>
            <a:off x="757517" y="2164416"/>
            <a:ext cx="6713904" cy="3773019"/>
          </a:xfrm>
          <a:prstGeom prst="can">
            <a:avLst/>
          </a:prstGeom>
          <a:solidFill>
            <a:srgbClr val="FFFFFF">
              <a:alpha val="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4" descr="##idx_7##">
            <a:extLst>
              <a:ext uri="{FF2B5EF4-FFF2-40B4-BE49-F238E27FC236}">
                <a16:creationId xmlns:a16="http://schemas.microsoft.com/office/drawing/2014/main" id="{48D24610-BBC3-F10C-AF90-D124B690C873}"/>
              </a:ext>
            </a:extLst>
          </p:cNvPr>
          <p:cNvSpPr txBox="1"/>
          <p:nvPr/>
        </p:nvSpPr>
        <p:spPr>
          <a:xfrm>
            <a:off x="757518" y="1766048"/>
            <a:ext cx="4255994" cy="64633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en-US" altLang="ko-KR">
                <a:solidFill>
                  <a:srgbClr val="000000"/>
                </a:solidFill>
                <a:latin typeface="Malgun Gothic Semilight" panose="020B0502040204020203" pitchFamily="50" charset="-127"/>
              </a:rPr>
              <a:t>https://youtu.be/FbLav4Rmfdg?t=343</a:t>
            </a:r>
          </a:p>
          <a:p>
            <a:endParaRPr lang="ko-KR" altLang="en-US">
              <a:solidFill>
                <a:srgbClr val="000000"/>
              </a:solidFill>
              <a:latin typeface="Malgun Gothic Semilight" panose="020B0502040204020203" pitchFamily="50" charset="-127"/>
            </a:endParaRPr>
          </a:p>
        </p:txBody>
      </p:sp>
      <p:sp>
        <p:nvSpPr>
          <p:cNvPr id="15" name="Round Diagonal Corner Rectangle 8" descr="##idx_8##">
            <a:extLst>
              <a:ext uri="{FF2B5EF4-FFF2-40B4-BE49-F238E27FC236}">
                <a16:creationId xmlns:a16="http://schemas.microsoft.com/office/drawing/2014/main" id="{7931E3D1-E379-1594-4AF3-6023416517E9}"/>
              </a:ext>
            </a:extLst>
          </p:cNvPr>
          <p:cNvSpPr/>
          <p:nvPr/>
        </p:nvSpPr>
        <p:spPr>
          <a:xfrm rot="21000000">
            <a:off x="56738" y="2620673"/>
            <a:ext cx="11836882" cy="2460402"/>
          </a:xfrm>
          <a:prstGeom prst="round2DiagRect">
            <a:avLst/>
          </a:prstGeom>
          <a:solidFill>
            <a:srgbClr val="FFFFFF">
              <a:alpha val="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600" b="1">
                <a:solidFill>
                  <a:srgbClr val="FF0000"/>
                </a:solidFill>
                <a:latin typeface="Malgun Gothic" panose="020B0503020000020004" pitchFamily="50" charset="-127"/>
              </a:rPr>
              <a:t>전화로 수사 안함</a:t>
            </a:r>
            <a:r>
              <a:rPr lang="en-US" altLang="ko-KR" sz="6600" b="1">
                <a:solidFill>
                  <a:srgbClr val="FF0000"/>
                </a:solidFill>
                <a:latin typeface="Malgun Gothic" panose="020B0503020000020004" pitchFamily="50" charset="-127"/>
              </a:rPr>
              <a:t>!!!!!!!!!!!!</a:t>
            </a:r>
            <a:endParaRPr lang="ko-KR" altLang="en-US" sz="6600" b="1">
              <a:solidFill>
                <a:srgbClr val="FF0000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6807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 descr="##idx_1##">
            <a:extLst>
              <a:ext uri="{FF2B5EF4-FFF2-40B4-BE49-F238E27FC236}">
                <a16:creationId xmlns:a16="http://schemas.microsoft.com/office/drawing/2014/main" id="{AA16963A-1D88-F6FC-1C63-6D88020C7C9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 1" descr="##idx_2##">
            <a:extLst>
              <a:ext uri="{FF2B5EF4-FFF2-40B4-BE49-F238E27FC236}">
                <a16:creationId xmlns:a16="http://schemas.microsoft.com/office/drawing/2014/main" id="{17F9FEE5-7029-B661-4DA1-14560FF78F0B}"/>
              </a:ext>
            </a:extLst>
          </p:cNvPr>
          <p:cNvSpPr txBox="1"/>
          <p:nvPr/>
        </p:nvSpPr>
        <p:spPr>
          <a:xfrm>
            <a:off x="565150" y="770890"/>
            <a:ext cx="10130224" cy="70788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보이스피싱 수법 </a:t>
            </a:r>
            <a:r>
              <a:rPr lang="en-US" altLang="ko-KR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대출 사기 문자 </a:t>
            </a:r>
          </a:p>
        </p:txBody>
      </p:sp>
      <p:sp>
        <p:nvSpPr>
          <p:cNvPr id="4" name="그림 4" descr="##idx_3##">
            <a:extLst>
              <a:ext uri="{FF2B5EF4-FFF2-40B4-BE49-F238E27FC236}">
                <a16:creationId xmlns:a16="http://schemas.microsoft.com/office/drawing/2014/main" id="{06BFE57D-A81D-6C47-5C33-AFC60AAF12CD}"/>
              </a:ext>
            </a:extLst>
          </p:cNvPr>
          <p:cNvSpPr txBox="1"/>
          <p:nvPr/>
        </p:nvSpPr>
        <p:spPr>
          <a:xfrm>
            <a:off x="1101079" y="1689369"/>
            <a:ext cx="5890801" cy="439682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endParaRPr lang="ko-KR" altLang="en-US"/>
          </a:p>
        </p:txBody>
      </p:sp>
      <p:grpSp>
        <p:nvGrpSpPr>
          <p:cNvPr id="11" name="Group 9" descr="##idx_4##">
            <a:extLst>
              <a:ext uri="{FF2B5EF4-FFF2-40B4-BE49-F238E27FC236}">
                <a16:creationId xmlns:a16="http://schemas.microsoft.com/office/drawing/2014/main" id="{5EEC5CAD-EA32-C01F-A083-735A33B86740}"/>
              </a:ext>
            </a:extLst>
          </p:cNvPr>
          <p:cNvGrpSpPr/>
          <p:nvPr/>
        </p:nvGrpSpPr>
        <p:grpSpPr>
          <a:xfrm>
            <a:off x="10290315" y="0"/>
            <a:ext cx="1901687" cy="6858000"/>
            <a:chOff x="10290315" y="0"/>
            <a:chExt cx="1901687" cy="6858000"/>
          </a:xfrm>
        </p:grpSpPr>
        <p:sp>
          <p:nvSpPr>
            <p:cNvPr id="5" name="Freeform 43" descr="##idx_4_1##">
              <a:extLst>
                <a:ext uri="{FF2B5EF4-FFF2-40B4-BE49-F238E27FC236}">
                  <a16:creationId xmlns:a16="http://schemas.microsoft.com/office/drawing/2014/main" id="{D6D8B863-1D1C-F97F-BC2E-C9BE3B395E4A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Freeform 44" descr="##idx_4_2##">
              <a:extLst>
                <a:ext uri="{FF2B5EF4-FFF2-40B4-BE49-F238E27FC236}">
                  <a16:creationId xmlns:a16="http://schemas.microsoft.com/office/drawing/2014/main" id="{C8DE274B-8A26-8492-D0FA-74E7F926FDFA}"/>
                </a:ext>
              </a:extLst>
            </p:cNvPr>
            <p:cNvSpPr/>
            <p:nvPr/>
          </p:nvSpPr>
          <p:spPr>
            <a:xfrm>
              <a:off x="11653180" y="6295093"/>
              <a:ext cx="538822" cy="562907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Freeform 45" descr="##idx_4_3##">
              <a:extLst>
                <a:ext uri="{FF2B5EF4-FFF2-40B4-BE49-F238E27FC236}">
                  <a16:creationId xmlns:a16="http://schemas.microsoft.com/office/drawing/2014/main" id="{F254474B-29AC-314A-98D9-4EE315DA6573}"/>
                </a:ext>
              </a:extLst>
            </p:cNvPr>
            <p:cNvSpPr/>
            <p:nvPr/>
          </p:nvSpPr>
          <p:spPr>
            <a:xfrm>
              <a:off x="11653180" y="3552066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Freeform 46" descr="##idx_4_4##">
              <a:extLst>
                <a:ext uri="{FF2B5EF4-FFF2-40B4-BE49-F238E27FC236}">
                  <a16:creationId xmlns:a16="http://schemas.microsoft.com/office/drawing/2014/main" id="{81961A3E-88E9-09F8-6598-CB532DBF49E4}"/>
                </a:ext>
              </a:extLst>
            </p:cNvPr>
            <p:cNvSpPr/>
            <p:nvPr/>
          </p:nvSpPr>
          <p:spPr>
            <a:xfrm>
              <a:off x="11653180" y="2180552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Freeform 47" descr="##idx_4_5##">
              <a:extLst>
                <a:ext uri="{FF2B5EF4-FFF2-40B4-BE49-F238E27FC236}">
                  <a16:creationId xmlns:a16="http://schemas.microsoft.com/office/drawing/2014/main" id="{6EFE5A81-1CB1-205A-9FA4-C4297CC168E3}"/>
                </a:ext>
              </a:extLst>
            </p:cNvPr>
            <p:cNvSpPr/>
            <p:nvPr/>
          </p:nvSpPr>
          <p:spPr>
            <a:xfrm>
              <a:off x="11653180" y="809039"/>
              <a:ext cx="538822" cy="1125373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Freeform 48" descr="##idx_4_6##">
              <a:extLst>
                <a:ext uri="{FF2B5EF4-FFF2-40B4-BE49-F238E27FC236}">
                  <a16:creationId xmlns:a16="http://schemas.microsoft.com/office/drawing/2014/main" id="{2D7E04DD-13A6-1A30-BDDA-74F3E769988E}"/>
                </a:ext>
              </a:extLst>
            </p:cNvPr>
            <p:cNvSpPr/>
            <p:nvPr/>
          </p:nvSpPr>
          <p:spPr>
            <a:xfrm>
              <a:off x="11653180" y="0"/>
              <a:ext cx="538822" cy="562898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Straight Connector 17" descr="##idx_5##">
            <a:extLst>
              <a:ext uri="{FF2B5EF4-FFF2-40B4-BE49-F238E27FC236}">
                <a16:creationId xmlns:a16="http://schemas.microsoft.com/office/drawing/2014/main" id="{B6F57DD9-6696-0100-95FB-C5DBC81B7D5E}"/>
              </a:ext>
            </a:extLst>
          </p:cNvPr>
          <p:cNvSpPr/>
          <p:nvPr/>
        </p:nvSpPr>
        <p:spPr>
          <a:xfrm>
            <a:off x="565150" y="6087110"/>
            <a:ext cx="11058344" cy="0"/>
          </a:xfrm>
          <a:prstGeom prst="ellipse">
            <a:avLst/>
          </a:prstGeom>
          <a:solidFill>
            <a:srgbClr val="000000">
              <a:alpha val="0"/>
            </a:srgbClr>
          </a:solidFill>
          <a:ln w="12700" cmpd="sng">
            <a:solidFill>
              <a:srgbClr val="A6A6A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4" descr="##idx_6##">
            <a:extLst>
              <a:ext uri="{FF2B5EF4-FFF2-40B4-BE49-F238E27FC236}">
                <a16:creationId xmlns:a16="http://schemas.microsoft.com/office/drawing/2014/main" id="{133BA742-6FB2-5E5C-AF36-1A627F68AC4F}"/>
              </a:ext>
            </a:extLst>
          </p:cNvPr>
          <p:cNvSpPr txBox="1"/>
          <p:nvPr/>
        </p:nvSpPr>
        <p:spPr>
          <a:xfrm>
            <a:off x="5195047" y="6147547"/>
            <a:ext cx="6541994" cy="3693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en-US" altLang="ko-KR">
                <a:solidFill>
                  <a:srgbClr val="000000"/>
                </a:solidFill>
                <a:latin typeface="Malgun Gothic Semilight" panose="020B0502040204020203" pitchFamily="50" charset="-127"/>
              </a:rPr>
              <a:t>https://www.asiatoday.co.kr/view.php?key=20210805010003301</a:t>
            </a:r>
            <a:endParaRPr lang="ko-KR" altLang="en-US">
              <a:solidFill>
                <a:srgbClr val="000000"/>
              </a:solidFill>
              <a:latin typeface="Malgun Gothic Semilight" panose="020B0502040204020203" pitchFamily="50" charset="-127"/>
            </a:endParaRPr>
          </a:p>
        </p:txBody>
      </p:sp>
      <p:sp>
        <p:nvSpPr>
          <p:cNvPr id="14" name="Rectangle 6" descr="##idx_7##">
            <a:extLst>
              <a:ext uri="{FF2B5EF4-FFF2-40B4-BE49-F238E27FC236}">
                <a16:creationId xmlns:a16="http://schemas.microsoft.com/office/drawing/2014/main" id="{51F91F46-09EF-DA7A-AAF8-E02F795AFA9C}"/>
              </a:ext>
            </a:extLst>
          </p:cNvPr>
          <p:cNvSpPr/>
          <p:nvPr/>
        </p:nvSpPr>
        <p:spPr>
          <a:xfrm>
            <a:off x="1470771" y="1689286"/>
            <a:ext cx="2431675" cy="717177"/>
          </a:xfrm>
          <a:prstGeom prst="rect">
            <a:avLst/>
          </a:prstGeom>
          <a:solidFill>
            <a:srgbClr val="FFFFFF">
              <a:alpha val="0"/>
            </a:srgbClr>
          </a:solidFill>
          <a:ln w="5715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angle 8" descr="##idx_8##">
            <a:extLst>
              <a:ext uri="{FF2B5EF4-FFF2-40B4-BE49-F238E27FC236}">
                <a16:creationId xmlns:a16="http://schemas.microsoft.com/office/drawing/2014/main" id="{F673738E-4CA3-090D-5C81-E017CDE4E50C}"/>
              </a:ext>
            </a:extLst>
          </p:cNvPr>
          <p:cNvSpPr/>
          <p:nvPr/>
        </p:nvSpPr>
        <p:spPr>
          <a:xfrm>
            <a:off x="4186067" y="1710751"/>
            <a:ext cx="2431675" cy="717177"/>
          </a:xfrm>
          <a:prstGeom prst="rect">
            <a:avLst/>
          </a:prstGeom>
          <a:solidFill>
            <a:srgbClr val="FFFFFF">
              <a:alpha val="0"/>
            </a:srgbClr>
          </a:solidFill>
          <a:ln w="5715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6" descr="##idx_9##">
            <a:extLst>
              <a:ext uri="{FF2B5EF4-FFF2-40B4-BE49-F238E27FC236}">
                <a16:creationId xmlns:a16="http://schemas.microsoft.com/office/drawing/2014/main" id="{4124FEED-7636-5C1E-DAE9-091B4CB0197D}"/>
              </a:ext>
            </a:extLst>
          </p:cNvPr>
          <p:cNvSpPr txBox="1"/>
          <p:nvPr/>
        </p:nvSpPr>
        <p:spPr>
          <a:xfrm>
            <a:off x="6949225" y="1770844"/>
            <a:ext cx="4319788" cy="203132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>
                <a:solidFill>
                  <a:srgbClr val="000000"/>
                </a:solidFill>
                <a:latin typeface="Malgun Gothic Semilight" panose="020B0502040204020203" pitchFamily="50" charset="-127"/>
              </a:rPr>
              <a:t>버팀목</a:t>
            </a:r>
          </a:p>
          <a:p>
            <a:r>
              <a:rPr lang="ko-KR" altLang="en-US">
                <a:solidFill>
                  <a:srgbClr val="000000"/>
                </a:solidFill>
                <a:latin typeface="Malgun Gothic Semilight" panose="020B0502040204020203" pitchFamily="50" charset="-127"/>
              </a:rPr>
              <a:t>소상공인대출</a:t>
            </a:r>
          </a:p>
          <a:p>
            <a:r>
              <a:rPr lang="ko-KR" altLang="en-US">
                <a:solidFill>
                  <a:srgbClr val="000000"/>
                </a:solidFill>
                <a:latin typeface="Malgun Gothic Semilight" panose="020B0502040204020203" pitchFamily="50" charset="-127"/>
              </a:rPr>
              <a:t>긴급안정자금</a:t>
            </a:r>
          </a:p>
          <a:p>
            <a:r>
              <a:rPr lang="ko-KR" altLang="en-US">
                <a:solidFill>
                  <a:srgbClr val="000000"/>
                </a:solidFill>
                <a:latin typeface="Malgun Gothic Semilight" panose="020B0502040204020203" pitchFamily="50" charset="-127"/>
              </a:rPr>
              <a:t>신용보증서</a:t>
            </a:r>
          </a:p>
          <a:p>
            <a:r>
              <a:rPr lang="ko-KR" altLang="en-US">
                <a:solidFill>
                  <a:srgbClr val="000000"/>
                </a:solidFill>
                <a:latin typeface="Malgun Gothic Semilight" panose="020B0502040204020203" pitchFamily="50" charset="-127"/>
              </a:rPr>
              <a:t>보증비율</a:t>
            </a:r>
          </a:p>
          <a:p>
            <a:endParaRPr lang="ko-KR" altLang="en-US">
              <a:solidFill>
                <a:srgbClr val="000000"/>
              </a:solidFill>
              <a:latin typeface="Malgun Gothic Semilight" panose="020B0502040204020203" pitchFamily="50" charset="-127"/>
            </a:endParaRPr>
          </a:p>
          <a:p>
            <a:endParaRPr lang="ko-KR" altLang="en-US">
              <a:solidFill>
                <a:srgbClr val="000000"/>
              </a:solidFill>
              <a:latin typeface="Malgun Gothic Semilight" panose="020B0502040204020203" pitchFamily="50" charset="-127"/>
            </a:endParaRPr>
          </a:p>
        </p:txBody>
      </p:sp>
      <p:sp>
        <p:nvSpPr>
          <p:cNvPr id="17" name="Round Diagonal Corner Rectangle 18" descr="##idx_10##">
            <a:extLst>
              <a:ext uri="{FF2B5EF4-FFF2-40B4-BE49-F238E27FC236}">
                <a16:creationId xmlns:a16="http://schemas.microsoft.com/office/drawing/2014/main" id="{7843FF13-FA70-8FB3-12F8-CE219E6E65BB}"/>
              </a:ext>
            </a:extLst>
          </p:cNvPr>
          <p:cNvSpPr/>
          <p:nvPr/>
        </p:nvSpPr>
        <p:spPr>
          <a:xfrm rot="21000000">
            <a:off x="56738" y="2620673"/>
            <a:ext cx="11836882" cy="2460402"/>
          </a:xfrm>
          <a:prstGeom prst="round2DiagRect">
            <a:avLst/>
          </a:prstGeom>
          <a:solidFill>
            <a:srgbClr val="FFFFFF">
              <a:alpha val="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600" b="1">
                <a:solidFill>
                  <a:srgbClr val="FF0000"/>
                </a:solidFill>
                <a:latin typeface="Malgun Gothic" panose="020B0503020000020004" pitchFamily="50" charset="-127"/>
              </a:rPr>
              <a:t>은행은 대출 문자 안보냄</a:t>
            </a:r>
            <a:r>
              <a:rPr lang="en-US" altLang="ko-KR" sz="6600" b="1">
                <a:solidFill>
                  <a:srgbClr val="FF0000"/>
                </a:solidFill>
                <a:latin typeface="Malgun Gothic" panose="020B0503020000020004" pitchFamily="50" charset="-127"/>
              </a:rPr>
              <a:t>!!!!!!</a:t>
            </a:r>
            <a:endParaRPr lang="ko-KR" altLang="en-US" sz="6600" b="1">
              <a:solidFill>
                <a:srgbClr val="FF0000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04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 descr="##idx_1##">
            <a:extLst>
              <a:ext uri="{FF2B5EF4-FFF2-40B4-BE49-F238E27FC236}">
                <a16:creationId xmlns:a16="http://schemas.microsoft.com/office/drawing/2014/main" id="{C79CBD1F-B651-D004-10E5-07C9025475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 1" descr="##idx_2##">
            <a:extLst>
              <a:ext uri="{FF2B5EF4-FFF2-40B4-BE49-F238E27FC236}">
                <a16:creationId xmlns:a16="http://schemas.microsoft.com/office/drawing/2014/main" id="{BAA5B770-84EC-F28E-E260-A917DDDCBB58}"/>
              </a:ext>
            </a:extLst>
          </p:cNvPr>
          <p:cNvSpPr txBox="1"/>
          <p:nvPr/>
        </p:nvSpPr>
        <p:spPr>
          <a:xfrm>
            <a:off x="565150" y="770890"/>
            <a:ext cx="10130224" cy="70788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보이스피싱 수법 </a:t>
            </a:r>
            <a:r>
              <a:rPr lang="en-US" altLang="ko-KR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스미싱</a:t>
            </a:r>
          </a:p>
        </p:txBody>
      </p:sp>
      <p:sp>
        <p:nvSpPr>
          <p:cNvPr id="4" name="그림 4" descr="##idx_3##">
            <a:extLst>
              <a:ext uri="{FF2B5EF4-FFF2-40B4-BE49-F238E27FC236}">
                <a16:creationId xmlns:a16="http://schemas.microsoft.com/office/drawing/2014/main" id="{7FE98AE1-F2C0-1314-AD4A-FDAB4AA868AF}"/>
              </a:ext>
            </a:extLst>
          </p:cNvPr>
          <p:cNvSpPr txBox="1"/>
          <p:nvPr/>
        </p:nvSpPr>
        <p:spPr>
          <a:xfrm>
            <a:off x="819901" y="1956100"/>
            <a:ext cx="5671200" cy="36012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endParaRPr lang="ko-KR" altLang="en-US"/>
          </a:p>
        </p:txBody>
      </p:sp>
      <p:grpSp>
        <p:nvGrpSpPr>
          <p:cNvPr id="11" name="Group 9" descr="##idx_4##">
            <a:extLst>
              <a:ext uri="{FF2B5EF4-FFF2-40B4-BE49-F238E27FC236}">
                <a16:creationId xmlns:a16="http://schemas.microsoft.com/office/drawing/2014/main" id="{21C4DC56-7652-FD12-2987-152C5CB02054}"/>
              </a:ext>
            </a:extLst>
          </p:cNvPr>
          <p:cNvGrpSpPr/>
          <p:nvPr/>
        </p:nvGrpSpPr>
        <p:grpSpPr>
          <a:xfrm>
            <a:off x="10290315" y="0"/>
            <a:ext cx="1901687" cy="6858000"/>
            <a:chOff x="10290315" y="0"/>
            <a:chExt cx="1901687" cy="6858000"/>
          </a:xfrm>
        </p:grpSpPr>
        <p:sp>
          <p:nvSpPr>
            <p:cNvPr id="5" name="Freeform 43" descr="##idx_4_1##">
              <a:extLst>
                <a:ext uri="{FF2B5EF4-FFF2-40B4-BE49-F238E27FC236}">
                  <a16:creationId xmlns:a16="http://schemas.microsoft.com/office/drawing/2014/main" id="{9ECE6503-7199-9151-AD5F-4BDA2E32DD8B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Freeform 44" descr="##idx_4_2##">
              <a:extLst>
                <a:ext uri="{FF2B5EF4-FFF2-40B4-BE49-F238E27FC236}">
                  <a16:creationId xmlns:a16="http://schemas.microsoft.com/office/drawing/2014/main" id="{F692E68D-D0FD-951F-4865-F73FF2FABDC9}"/>
                </a:ext>
              </a:extLst>
            </p:cNvPr>
            <p:cNvSpPr/>
            <p:nvPr/>
          </p:nvSpPr>
          <p:spPr>
            <a:xfrm>
              <a:off x="11653180" y="6295093"/>
              <a:ext cx="538822" cy="562907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Freeform 45" descr="##idx_4_3##">
              <a:extLst>
                <a:ext uri="{FF2B5EF4-FFF2-40B4-BE49-F238E27FC236}">
                  <a16:creationId xmlns:a16="http://schemas.microsoft.com/office/drawing/2014/main" id="{B3A1D875-797E-CF21-37BF-46496E96A665}"/>
                </a:ext>
              </a:extLst>
            </p:cNvPr>
            <p:cNvSpPr/>
            <p:nvPr/>
          </p:nvSpPr>
          <p:spPr>
            <a:xfrm>
              <a:off x="11653180" y="3552066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Freeform 46" descr="##idx_4_4##">
              <a:extLst>
                <a:ext uri="{FF2B5EF4-FFF2-40B4-BE49-F238E27FC236}">
                  <a16:creationId xmlns:a16="http://schemas.microsoft.com/office/drawing/2014/main" id="{F0557F10-26AE-6507-6336-3BFE3A69EA60}"/>
                </a:ext>
              </a:extLst>
            </p:cNvPr>
            <p:cNvSpPr/>
            <p:nvPr/>
          </p:nvSpPr>
          <p:spPr>
            <a:xfrm>
              <a:off x="11653180" y="2180552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Freeform 47" descr="##idx_4_5##">
              <a:extLst>
                <a:ext uri="{FF2B5EF4-FFF2-40B4-BE49-F238E27FC236}">
                  <a16:creationId xmlns:a16="http://schemas.microsoft.com/office/drawing/2014/main" id="{08EEFD46-D738-30BB-FB4B-63E19A3EC2EB}"/>
                </a:ext>
              </a:extLst>
            </p:cNvPr>
            <p:cNvSpPr/>
            <p:nvPr/>
          </p:nvSpPr>
          <p:spPr>
            <a:xfrm>
              <a:off x="11653180" y="809039"/>
              <a:ext cx="538822" cy="1125373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Freeform 48" descr="##idx_4_6##">
              <a:extLst>
                <a:ext uri="{FF2B5EF4-FFF2-40B4-BE49-F238E27FC236}">
                  <a16:creationId xmlns:a16="http://schemas.microsoft.com/office/drawing/2014/main" id="{7A974AA8-CF1F-2FA6-560F-5D8E08A4DC83}"/>
                </a:ext>
              </a:extLst>
            </p:cNvPr>
            <p:cNvSpPr/>
            <p:nvPr/>
          </p:nvSpPr>
          <p:spPr>
            <a:xfrm>
              <a:off x="11653180" y="0"/>
              <a:ext cx="538822" cy="562898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Straight Connector 17" descr="##idx_5##">
            <a:extLst>
              <a:ext uri="{FF2B5EF4-FFF2-40B4-BE49-F238E27FC236}">
                <a16:creationId xmlns:a16="http://schemas.microsoft.com/office/drawing/2014/main" id="{BC1D2296-E386-C6CD-2647-9E1EC8989C96}"/>
              </a:ext>
            </a:extLst>
          </p:cNvPr>
          <p:cNvSpPr/>
          <p:nvPr/>
        </p:nvSpPr>
        <p:spPr>
          <a:xfrm>
            <a:off x="565150" y="6087110"/>
            <a:ext cx="11058344" cy="0"/>
          </a:xfrm>
          <a:prstGeom prst="ellipse">
            <a:avLst/>
          </a:prstGeom>
          <a:solidFill>
            <a:srgbClr val="000000">
              <a:alpha val="0"/>
            </a:srgbClr>
          </a:solidFill>
          <a:ln w="12700" cmpd="sng">
            <a:solidFill>
              <a:srgbClr val="A6A6A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4" descr="##idx_6##">
            <a:extLst>
              <a:ext uri="{FF2B5EF4-FFF2-40B4-BE49-F238E27FC236}">
                <a16:creationId xmlns:a16="http://schemas.microsoft.com/office/drawing/2014/main" id="{6FE14FB5-8503-0421-37DE-BC049E046F23}"/>
              </a:ext>
            </a:extLst>
          </p:cNvPr>
          <p:cNvSpPr txBox="1"/>
          <p:nvPr/>
        </p:nvSpPr>
        <p:spPr>
          <a:xfrm>
            <a:off x="6908978" y="2173310"/>
            <a:ext cx="3930739" cy="175432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>
                <a:solidFill>
                  <a:srgbClr val="000000"/>
                </a:solidFill>
                <a:latin typeface="Malgun Gothic Semilight" panose="020B0502040204020203" pitchFamily="50" charset="-127"/>
              </a:rPr>
              <a:t>무료쿠폰 제공</a:t>
            </a:r>
          </a:p>
          <a:p>
            <a:r>
              <a:rPr lang="ko-KR" altLang="en-US">
                <a:solidFill>
                  <a:srgbClr val="000000"/>
                </a:solidFill>
                <a:latin typeface="Malgun Gothic Semilight" panose="020B0502040204020203" pitchFamily="50" charset="-127"/>
              </a:rPr>
              <a:t>돌잔치 초대장</a:t>
            </a:r>
          </a:p>
          <a:p>
            <a:r>
              <a:rPr lang="ko-KR" altLang="en-US">
                <a:solidFill>
                  <a:srgbClr val="000000"/>
                </a:solidFill>
                <a:latin typeface="Malgun Gothic Semilight" panose="020B0502040204020203" pitchFamily="50" charset="-127"/>
              </a:rPr>
              <a:t>택배 사칭</a:t>
            </a:r>
          </a:p>
          <a:p>
            <a:r>
              <a:rPr lang="ko-KR" altLang="en-US">
                <a:solidFill>
                  <a:srgbClr val="000000"/>
                </a:solidFill>
                <a:latin typeface="Malgun Gothic Semilight" panose="020B0502040204020203" pitchFamily="50" charset="-127"/>
              </a:rPr>
              <a:t>문자 메시지 내 인터넷주소</a:t>
            </a:r>
            <a:r>
              <a:rPr lang="en-US" altLang="ko-KR">
                <a:solidFill>
                  <a:srgbClr val="000000"/>
                </a:solidFill>
                <a:latin typeface="Malgun Gothic Semilight" panose="020B0502040204020203" pitchFamily="50" charset="-127"/>
              </a:rPr>
              <a:t>(url)   </a:t>
            </a:r>
            <a:r>
              <a:rPr lang="ko-KR" altLang="en-US">
                <a:solidFill>
                  <a:srgbClr val="000000"/>
                </a:solidFill>
                <a:latin typeface="Malgun Gothic Semilight" panose="020B0502040204020203" pitchFamily="50" charset="-127"/>
              </a:rPr>
              <a:t>클릭 시 악성코드 설치</a:t>
            </a:r>
          </a:p>
          <a:p>
            <a:r>
              <a:rPr lang="ko-KR" altLang="en-US">
                <a:solidFill>
                  <a:srgbClr val="000000"/>
                </a:solidFill>
                <a:latin typeface="Malgun Gothic Semilight" panose="020B0502040204020203" pitchFamily="50" charset="-127"/>
              </a:rPr>
              <a:t>소액 결제 피해 </a:t>
            </a:r>
            <a:r>
              <a:rPr lang="en-US" altLang="ko-KR">
                <a:solidFill>
                  <a:srgbClr val="000000"/>
                </a:solidFill>
                <a:latin typeface="Malgun Gothic Semilight" panose="020B0502040204020203" pitchFamily="50" charset="-127"/>
              </a:rPr>
              <a:t>/</a:t>
            </a:r>
            <a:r>
              <a:rPr lang="ko-KR" altLang="en-US">
                <a:solidFill>
                  <a:srgbClr val="000000"/>
                </a:solidFill>
                <a:latin typeface="Malgun Gothic Semilight" panose="020B0502040204020203" pitchFamily="50" charset="-127"/>
              </a:rPr>
              <a:t>개인 정보 탈취</a:t>
            </a:r>
          </a:p>
        </p:txBody>
      </p:sp>
      <p:sp>
        <p:nvSpPr>
          <p:cNvPr id="14" name="Round Diagonal Corner Rectangle 6" descr="##idx_7##">
            <a:extLst>
              <a:ext uri="{FF2B5EF4-FFF2-40B4-BE49-F238E27FC236}">
                <a16:creationId xmlns:a16="http://schemas.microsoft.com/office/drawing/2014/main" id="{EDA0AFCB-AD45-7532-4543-FCEF136A967A}"/>
              </a:ext>
            </a:extLst>
          </p:cNvPr>
          <p:cNvSpPr/>
          <p:nvPr/>
        </p:nvSpPr>
        <p:spPr>
          <a:xfrm rot="21000000">
            <a:off x="1065583" y="1933800"/>
            <a:ext cx="11836882" cy="2460402"/>
          </a:xfrm>
          <a:prstGeom prst="round2DiagRect">
            <a:avLst/>
          </a:prstGeom>
          <a:solidFill>
            <a:srgbClr val="FFFFFF">
              <a:alpha val="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600" b="1">
                <a:solidFill>
                  <a:srgbClr val="FF0000"/>
                </a:solidFill>
                <a:latin typeface="Malgun Gothic" panose="020B0503020000020004" pitchFamily="50" charset="-127"/>
              </a:rPr>
              <a:t>URL </a:t>
            </a:r>
            <a:r>
              <a:rPr lang="ko-KR" altLang="en-US" sz="6600" b="1">
                <a:solidFill>
                  <a:srgbClr val="FF0000"/>
                </a:solidFill>
                <a:latin typeface="Malgun Gothic" panose="020B0503020000020004" pitchFamily="50" charset="-127"/>
              </a:rPr>
              <a:t>클릭 금지 </a:t>
            </a:r>
            <a:r>
              <a:rPr lang="en-US" altLang="ko-KR" sz="6600" b="1">
                <a:solidFill>
                  <a:srgbClr val="FF0000"/>
                </a:solidFill>
                <a:latin typeface="Malgun Gothic" panose="020B0503020000020004" pitchFamily="50" charset="-127"/>
              </a:rPr>
              <a:t>!!!!!!!!!!!!</a:t>
            </a:r>
            <a:endParaRPr lang="ko-KR" altLang="en-US" sz="6600" b="1">
              <a:solidFill>
                <a:srgbClr val="FF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5" name="Rectangle 8" descr="##idx_8##">
            <a:extLst>
              <a:ext uri="{FF2B5EF4-FFF2-40B4-BE49-F238E27FC236}">
                <a16:creationId xmlns:a16="http://schemas.microsoft.com/office/drawing/2014/main" id="{D70FD7FC-CEF0-8A07-DE5E-ECC0AE46109A}"/>
              </a:ext>
            </a:extLst>
          </p:cNvPr>
          <p:cNvSpPr/>
          <p:nvPr/>
        </p:nvSpPr>
        <p:spPr>
          <a:xfrm>
            <a:off x="1904999" y="2795788"/>
            <a:ext cx="1448873" cy="257577"/>
          </a:xfrm>
          <a:prstGeom prst="rect">
            <a:avLst/>
          </a:prstGeom>
          <a:solidFill>
            <a:srgbClr val="FFFFFF">
              <a:alpha val="0"/>
            </a:srgbClr>
          </a:solidFill>
          <a:ln w="5715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6" descr="##idx_9##">
            <a:extLst>
              <a:ext uri="{FF2B5EF4-FFF2-40B4-BE49-F238E27FC236}">
                <a16:creationId xmlns:a16="http://schemas.microsoft.com/office/drawing/2014/main" id="{CCF80475-A28C-5DB6-7A27-5FD7AF66DD07}"/>
              </a:ext>
            </a:extLst>
          </p:cNvPr>
          <p:cNvSpPr/>
          <p:nvPr/>
        </p:nvSpPr>
        <p:spPr>
          <a:xfrm>
            <a:off x="2001590" y="4598830"/>
            <a:ext cx="1395212" cy="193183"/>
          </a:xfrm>
          <a:prstGeom prst="rect">
            <a:avLst/>
          </a:prstGeom>
          <a:solidFill>
            <a:srgbClr val="FFFFFF">
              <a:alpha val="0"/>
            </a:srgbClr>
          </a:solidFill>
          <a:ln w="5715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9250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 descr="##idx_1##">
            <a:extLst>
              <a:ext uri="{FF2B5EF4-FFF2-40B4-BE49-F238E27FC236}">
                <a16:creationId xmlns:a16="http://schemas.microsoft.com/office/drawing/2014/main" id="{445DDF47-AFDC-DEA3-359C-005BB5F7595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 1" descr="##idx_2##">
            <a:extLst>
              <a:ext uri="{FF2B5EF4-FFF2-40B4-BE49-F238E27FC236}">
                <a16:creationId xmlns:a16="http://schemas.microsoft.com/office/drawing/2014/main" id="{2A6C2F5A-9918-9384-F1BA-2E4BF794712D}"/>
              </a:ext>
            </a:extLst>
          </p:cNvPr>
          <p:cNvSpPr txBox="1"/>
          <p:nvPr/>
        </p:nvSpPr>
        <p:spPr>
          <a:xfrm>
            <a:off x="565150" y="770890"/>
            <a:ext cx="10130224" cy="70788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보이스 피싱 수법</a:t>
            </a:r>
            <a:r>
              <a:rPr lang="en-US" altLang="ko-KR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원격 조종 어플 </a:t>
            </a:r>
          </a:p>
        </p:txBody>
      </p:sp>
      <p:sp>
        <p:nvSpPr>
          <p:cNvPr id="4" name="Content Placeholder 2" descr="##idx_3##">
            <a:extLst>
              <a:ext uri="{FF2B5EF4-FFF2-40B4-BE49-F238E27FC236}">
                <a16:creationId xmlns:a16="http://schemas.microsoft.com/office/drawing/2014/main" id="{D326CF1B-1290-57AF-893D-C10298E99E63}"/>
              </a:ext>
            </a:extLst>
          </p:cNvPr>
          <p:cNvSpPr txBox="1"/>
          <p:nvPr/>
        </p:nvSpPr>
        <p:spPr>
          <a:xfrm>
            <a:off x="565150" y="2160016"/>
            <a:ext cx="10130224" cy="193899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24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자녀 사칭</a:t>
            </a:r>
            <a:r>
              <a:rPr lang="en-US" altLang="ko-KR" sz="24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/ </a:t>
            </a:r>
            <a:r>
              <a:rPr lang="ko-KR" altLang="en-US" sz="24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정부기관 사칭</a:t>
            </a:r>
            <a:r>
              <a:rPr lang="en-US" altLang="ko-KR" sz="24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/ </a:t>
            </a:r>
            <a:r>
              <a:rPr lang="ko-KR" altLang="en-US" sz="24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스미싱 등을 통한 어플리케이션 설치 유도</a:t>
            </a:r>
          </a:p>
          <a:p>
            <a:r>
              <a:rPr lang="ko-KR" altLang="en-US" sz="24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신분증 사진 요구</a:t>
            </a:r>
          </a:p>
          <a:p>
            <a:r>
              <a:rPr lang="ko-KR" altLang="en-US" sz="24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내 핸드폰을 남이 조종 가능</a:t>
            </a:r>
          </a:p>
          <a:p>
            <a:r>
              <a:rPr lang="ko-KR" altLang="en-US" sz="24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오픈뱅킹 </a:t>
            </a:r>
            <a:r>
              <a:rPr lang="en-US" altLang="ko-KR" sz="24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: </a:t>
            </a:r>
            <a:r>
              <a:rPr lang="ko-KR" altLang="en-US" sz="24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한개의 은행 어플에서 모든 은행 계좌 이체 가능</a:t>
            </a:r>
          </a:p>
          <a:p>
            <a:r>
              <a:rPr lang="ko-KR" altLang="en-US" sz="24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보험사 대출 </a:t>
            </a:r>
            <a:r>
              <a:rPr lang="en-US" altLang="ko-KR" sz="24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: </a:t>
            </a:r>
            <a:r>
              <a:rPr lang="ko-KR" altLang="en-US" sz="2400" b="1">
                <a:solidFill>
                  <a:srgbClr val="000000"/>
                </a:solidFill>
                <a:latin typeface="Malgun Gothic Semilight" panose="020B0502040204020203" pitchFamily="50" charset="-127"/>
              </a:rPr>
              <a:t>본인확인 없이 어플에서 대출 바로 가능</a:t>
            </a:r>
          </a:p>
        </p:txBody>
      </p:sp>
      <p:grpSp>
        <p:nvGrpSpPr>
          <p:cNvPr id="11" name="Group 9" descr="##idx_4##">
            <a:extLst>
              <a:ext uri="{FF2B5EF4-FFF2-40B4-BE49-F238E27FC236}">
                <a16:creationId xmlns:a16="http://schemas.microsoft.com/office/drawing/2014/main" id="{7719EDF6-7848-A245-3390-33D562DD60D2}"/>
              </a:ext>
            </a:extLst>
          </p:cNvPr>
          <p:cNvGrpSpPr/>
          <p:nvPr/>
        </p:nvGrpSpPr>
        <p:grpSpPr>
          <a:xfrm>
            <a:off x="10290315" y="0"/>
            <a:ext cx="1901687" cy="6858000"/>
            <a:chOff x="10290315" y="0"/>
            <a:chExt cx="1901687" cy="6858000"/>
          </a:xfrm>
        </p:grpSpPr>
        <p:sp>
          <p:nvSpPr>
            <p:cNvPr id="5" name="Freeform 43" descr="##idx_4_1##">
              <a:extLst>
                <a:ext uri="{FF2B5EF4-FFF2-40B4-BE49-F238E27FC236}">
                  <a16:creationId xmlns:a16="http://schemas.microsoft.com/office/drawing/2014/main" id="{317EF318-09B1-367F-1F2F-47369E361491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Freeform 44" descr="##idx_4_2##">
              <a:extLst>
                <a:ext uri="{FF2B5EF4-FFF2-40B4-BE49-F238E27FC236}">
                  <a16:creationId xmlns:a16="http://schemas.microsoft.com/office/drawing/2014/main" id="{7B3DE670-4A90-9238-E688-D274EED4034E}"/>
                </a:ext>
              </a:extLst>
            </p:cNvPr>
            <p:cNvSpPr/>
            <p:nvPr/>
          </p:nvSpPr>
          <p:spPr>
            <a:xfrm>
              <a:off x="11653180" y="6295093"/>
              <a:ext cx="538822" cy="562907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Freeform 45" descr="##idx_4_3##">
              <a:extLst>
                <a:ext uri="{FF2B5EF4-FFF2-40B4-BE49-F238E27FC236}">
                  <a16:creationId xmlns:a16="http://schemas.microsoft.com/office/drawing/2014/main" id="{7BF092E2-4321-7BFB-11AD-87D7886EF74C}"/>
                </a:ext>
              </a:extLst>
            </p:cNvPr>
            <p:cNvSpPr/>
            <p:nvPr/>
          </p:nvSpPr>
          <p:spPr>
            <a:xfrm>
              <a:off x="11653180" y="3552066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Freeform 46" descr="##idx_4_4##">
              <a:extLst>
                <a:ext uri="{FF2B5EF4-FFF2-40B4-BE49-F238E27FC236}">
                  <a16:creationId xmlns:a16="http://schemas.microsoft.com/office/drawing/2014/main" id="{3846C374-94FC-5EB6-9E79-C64241A94FEC}"/>
                </a:ext>
              </a:extLst>
            </p:cNvPr>
            <p:cNvSpPr/>
            <p:nvPr/>
          </p:nvSpPr>
          <p:spPr>
            <a:xfrm>
              <a:off x="11653180" y="2180552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Freeform 47" descr="##idx_4_5##">
              <a:extLst>
                <a:ext uri="{FF2B5EF4-FFF2-40B4-BE49-F238E27FC236}">
                  <a16:creationId xmlns:a16="http://schemas.microsoft.com/office/drawing/2014/main" id="{56FFBA63-7874-1865-AB90-8389CE7D33EE}"/>
                </a:ext>
              </a:extLst>
            </p:cNvPr>
            <p:cNvSpPr/>
            <p:nvPr/>
          </p:nvSpPr>
          <p:spPr>
            <a:xfrm>
              <a:off x="11653180" y="809039"/>
              <a:ext cx="538822" cy="1125373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Freeform 48" descr="##idx_4_6##">
              <a:extLst>
                <a:ext uri="{FF2B5EF4-FFF2-40B4-BE49-F238E27FC236}">
                  <a16:creationId xmlns:a16="http://schemas.microsoft.com/office/drawing/2014/main" id="{50A4316F-99C6-0AC2-56E0-7D1CB556D313}"/>
                </a:ext>
              </a:extLst>
            </p:cNvPr>
            <p:cNvSpPr/>
            <p:nvPr/>
          </p:nvSpPr>
          <p:spPr>
            <a:xfrm>
              <a:off x="11653180" y="0"/>
              <a:ext cx="538822" cy="562898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Straight Connector 17" descr="##idx_5##">
            <a:extLst>
              <a:ext uri="{FF2B5EF4-FFF2-40B4-BE49-F238E27FC236}">
                <a16:creationId xmlns:a16="http://schemas.microsoft.com/office/drawing/2014/main" id="{B328FF9A-540A-C782-B2E1-76ED08ECDC24}"/>
              </a:ext>
            </a:extLst>
          </p:cNvPr>
          <p:cNvSpPr/>
          <p:nvPr/>
        </p:nvSpPr>
        <p:spPr>
          <a:xfrm>
            <a:off x="565150" y="6087110"/>
            <a:ext cx="11058344" cy="0"/>
          </a:xfrm>
          <a:prstGeom prst="ellipse">
            <a:avLst/>
          </a:prstGeom>
          <a:solidFill>
            <a:srgbClr val="000000">
              <a:alpha val="0"/>
            </a:srgbClr>
          </a:solidFill>
          <a:ln w="12700" cmpd="sng">
            <a:solidFill>
              <a:srgbClr val="A6A6A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Round Diagonal Corner Rectangle 16" descr="##idx_6##">
            <a:extLst>
              <a:ext uri="{FF2B5EF4-FFF2-40B4-BE49-F238E27FC236}">
                <a16:creationId xmlns:a16="http://schemas.microsoft.com/office/drawing/2014/main" id="{DB069CC8-B7A9-774D-1AD4-C6DE12155ADB}"/>
              </a:ext>
            </a:extLst>
          </p:cNvPr>
          <p:cNvSpPr/>
          <p:nvPr/>
        </p:nvSpPr>
        <p:spPr>
          <a:xfrm rot="21000000">
            <a:off x="1881245" y="2770926"/>
            <a:ext cx="11836882" cy="2460402"/>
          </a:xfrm>
          <a:prstGeom prst="round2DiagRect">
            <a:avLst/>
          </a:prstGeom>
          <a:solidFill>
            <a:srgbClr val="FFFFFF">
              <a:alpha val="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600" b="1">
                <a:solidFill>
                  <a:srgbClr val="FF0000"/>
                </a:solidFill>
                <a:latin typeface="Malgun Gothic" panose="020B0503020000020004" pitchFamily="50" charset="-127"/>
              </a:rPr>
              <a:t>어플 다운시 주의</a:t>
            </a:r>
            <a:r>
              <a:rPr lang="en-US" altLang="ko-KR" sz="6600" b="1">
                <a:solidFill>
                  <a:srgbClr val="FF0000"/>
                </a:solidFill>
                <a:latin typeface="Malgun Gothic" panose="020B0503020000020004" pitchFamily="50" charset="-127"/>
              </a:rPr>
              <a:t>/ </a:t>
            </a:r>
          </a:p>
          <a:p>
            <a:pPr algn="ctr"/>
            <a:r>
              <a:rPr lang="ko-KR" altLang="en-US" sz="6600" b="1">
                <a:solidFill>
                  <a:srgbClr val="FF0000"/>
                </a:solidFill>
                <a:latin typeface="Malgun Gothic" panose="020B0503020000020004" pitchFamily="50" charset="-127"/>
              </a:rPr>
              <a:t>신분증 절대 사수</a:t>
            </a:r>
          </a:p>
        </p:txBody>
      </p:sp>
    </p:spTree>
    <p:extLst>
      <p:ext uri="{BB962C8B-B14F-4D97-AF65-F5344CB8AC3E}">
        <p14:creationId xmlns:p14="http://schemas.microsoft.com/office/powerpoint/2010/main" val="4113039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 descr="##idx_1##">
            <a:extLst>
              <a:ext uri="{FF2B5EF4-FFF2-40B4-BE49-F238E27FC236}">
                <a16:creationId xmlns:a16="http://schemas.microsoft.com/office/drawing/2014/main" id="{2C7340B6-F537-285D-6E31-3A4450821B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 1" descr="##idx_2##">
            <a:extLst>
              <a:ext uri="{FF2B5EF4-FFF2-40B4-BE49-F238E27FC236}">
                <a16:creationId xmlns:a16="http://schemas.microsoft.com/office/drawing/2014/main" id="{5ED016D3-51DF-49C6-ABF7-4F8C3EEC9A7A}"/>
              </a:ext>
            </a:extLst>
          </p:cNvPr>
          <p:cNvSpPr txBox="1"/>
          <p:nvPr/>
        </p:nvSpPr>
        <p:spPr>
          <a:xfrm>
            <a:off x="565150" y="770890"/>
            <a:ext cx="10130224" cy="70788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당했다면</a:t>
            </a:r>
            <a:r>
              <a:rPr lang="en-US" altLang="ko-KR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?</a:t>
            </a:r>
            <a:endParaRPr lang="ko-KR" altLang="en-US" sz="40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그림 4" descr="##idx_3##">
            <a:extLst>
              <a:ext uri="{FF2B5EF4-FFF2-40B4-BE49-F238E27FC236}">
                <a16:creationId xmlns:a16="http://schemas.microsoft.com/office/drawing/2014/main" id="{876D7057-EB41-CA79-4546-C76405D15660}"/>
              </a:ext>
            </a:extLst>
          </p:cNvPr>
          <p:cNvSpPr txBox="1"/>
          <p:nvPr/>
        </p:nvSpPr>
        <p:spPr>
          <a:xfrm>
            <a:off x="764105" y="1816579"/>
            <a:ext cx="3593383" cy="36012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endParaRPr lang="ko-KR" altLang="en-US"/>
          </a:p>
        </p:txBody>
      </p:sp>
      <p:grpSp>
        <p:nvGrpSpPr>
          <p:cNvPr id="11" name="Group 9" descr="##idx_4##">
            <a:extLst>
              <a:ext uri="{FF2B5EF4-FFF2-40B4-BE49-F238E27FC236}">
                <a16:creationId xmlns:a16="http://schemas.microsoft.com/office/drawing/2014/main" id="{F673F373-BC0D-1359-DF10-B1E3ACCE67DE}"/>
              </a:ext>
            </a:extLst>
          </p:cNvPr>
          <p:cNvGrpSpPr/>
          <p:nvPr/>
        </p:nvGrpSpPr>
        <p:grpSpPr>
          <a:xfrm>
            <a:off x="10290315" y="0"/>
            <a:ext cx="1901687" cy="6858000"/>
            <a:chOff x="10290315" y="0"/>
            <a:chExt cx="1901687" cy="6858000"/>
          </a:xfrm>
        </p:grpSpPr>
        <p:sp>
          <p:nvSpPr>
            <p:cNvPr id="5" name="Freeform 43" descr="##idx_4_1##">
              <a:extLst>
                <a:ext uri="{FF2B5EF4-FFF2-40B4-BE49-F238E27FC236}">
                  <a16:creationId xmlns:a16="http://schemas.microsoft.com/office/drawing/2014/main" id="{70B5DD07-2C44-B1F6-791F-CD33E39EFF86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Freeform 44" descr="##idx_4_2##">
              <a:extLst>
                <a:ext uri="{FF2B5EF4-FFF2-40B4-BE49-F238E27FC236}">
                  <a16:creationId xmlns:a16="http://schemas.microsoft.com/office/drawing/2014/main" id="{A6A1F695-DB13-9721-2F06-4CCE32DD0EAD}"/>
                </a:ext>
              </a:extLst>
            </p:cNvPr>
            <p:cNvSpPr/>
            <p:nvPr/>
          </p:nvSpPr>
          <p:spPr>
            <a:xfrm>
              <a:off x="11653180" y="6295093"/>
              <a:ext cx="538822" cy="562907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Freeform 45" descr="##idx_4_3##">
              <a:extLst>
                <a:ext uri="{FF2B5EF4-FFF2-40B4-BE49-F238E27FC236}">
                  <a16:creationId xmlns:a16="http://schemas.microsoft.com/office/drawing/2014/main" id="{10ED2200-469C-5193-59DC-8D7559FDB45B}"/>
                </a:ext>
              </a:extLst>
            </p:cNvPr>
            <p:cNvSpPr/>
            <p:nvPr/>
          </p:nvSpPr>
          <p:spPr>
            <a:xfrm>
              <a:off x="11653180" y="3552066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Freeform 46" descr="##idx_4_4##">
              <a:extLst>
                <a:ext uri="{FF2B5EF4-FFF2-40B4-BE49-F238E27FC236}">
                  <a16:creationId xmlns:a16="http://schemas.microsoft.com/office/drawing/2014/main" id="{571C0032-D27C-E61E-7750-D746721093D9}"/>
                </a:ext>
              </a:extLst>
            </p:cNvPr>
            <p:cNvSpPr/>
            <p:nvPr/>
          </p:nvSpPr>
          <p:spPr>
            <a:xfrm>
              <a:off x="11653180" y="2180552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Freeform 47" descr="##idx_4_5##">
              <a:extLst>
                <a:ext uri="{FF2B5EF4-FFF2-40B4-BE49-F238E27FC236}">
                  <a16:creationId xmlns:a16="http://schemas.microsoft.com/office/drawing/2014/main" id="{993C5D74-56DE-60C3-1A1F-19A556B7D111}"/>
                </a:ext>
              </a:extLst>
            </p:cNvPr>
            <p:cNvSpPr/>
            <p:nvPr/>
          </p:nvSpPr>
          <p:spPr>
            <a:xfrm>
              <a:off x="11653180" y="809039"/>
              <a:ext cx="538822" cy="1125373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Freeform 48" descr="##idx_4_6##">
              <a:extLst>
                <a:ext uri="{FF2B5EF4-FFF2-40B4-BE49-F238E27FC236}">
                  <a16:creationId xmlns:a16="http://schemas.microsoft.com/office/drawing/2014/main" id="{F2A45E73-295E-2A0E-A916-2B7C548B7385}"/>
                </a:ext>
              </a:extLst>
            </p:cNvPr>
            <p:cNvSpPr/>
            <p:nvPr/>
          </p:nvSpPr>
          <p:spPr>
            <a:xfrm>
              <a:off x="11653180" y="0"/>
              <a:ext cx="538822" cy="562898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Straight Connector 17" descr="##idx_5##">
            <a:extLst>
              <a:ext uri="{FF2B5EF4-FFF2-40B4-BE49-F238E27FC236}">
                <a16:creationId xmlns:a16="http://schemas.microsoft.com/office/drawing/2014/main" id="{5C7A620D-222B-3854-DB89-0DC7145E6FC5}"/>
              </a:ext>
            </a:extLst>
          </p:cNvPr>
          <p:cNvSpPr/>
          <p:nvPr/>
        </p:nvSpPr>
        <p:spPr>
          <a:xfrm>
            <a:off x="565150" y="6087110"/>
            <a:ext cx="11058344" cy="0"/>
          </a:xfrm>
          <a:prstGeom prst="ellipse">
            <a:avLst/>
          </a:prstGeom>
          <a:solidFill>
            <a:srgbClr val="000000">
              <a:alpha val="0"/>
            </a:srgbClr>
          </a:solidFill>
          <a:ln w="12700" cmpd="sng">
            <a:solidFill>
              <a:srgbClr val="A6A6A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Rectangle 5" descr="##idx_6##">
            <a:extLst>
              <a:ext uri="{FF2B5EF4-FFF2-40B4-BE49-F238E27FC236}">
                <a16:creationId xmlns:a16="http://schemas.microsoft.com/office/drawing/2014/main" id="{1A9D416F-4A84-DDD6-CDDF-99AD1B9F06B4}"/>
              </a:ext>
            </a:extLst>
          </p:cNvPr>
          <p:cNvSpPr/>
          <p:nvPr/>
        </p:nvSpPr>
        <p:spPr>
          <a:xfrm>
            <a:off x="2726461" y="3159623"/>
            <a:ext cx="1390634" cy="534727"/>
          </a:xfrm>
          <a:prstGeom prst="rect">
            <a:avLst/>
          </a:prstGeom>
          <a:solidFill>
            <a:srgbClr val="FFFFFF">
              <a:alpha val="0"/>
            </a:srgbClr>
          </a:solidFill>
          <a:ln w="5715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6" descr="##idx_7##">
            <a:extLst>
              <a:ext uri="{FF2B5EF4-FFF2-40B4-BE49-F238E27FC236}">
                <a16:creationId xmlns:a16="http://schemas.microsoft.com/office/drawing/2014/main" id="{1E820553-90B5-8984-5755-37648BE5ADBD}"/>
              </a:ext>
            </a:extLst>
          </p:cNvPr>
          <p:cNvSpPr txBox="1"/>
          <p:nvPr/>
        </p:nvSpPr>
        <p:spPr>
          <a:xfrm>
            <a:off x="4842993" y="1945246"/>
            <a:ext cx="5613042" cy="304698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3200">
                <a:solidFill>
                  <a:srgbClr val="000000"/>
                </a:solidFill>
                <a:latin typeface="Malgun Gothic Semilight" panose="020B0502040204020203" pitchFamily="50" charset="-127"/>
              </a:rPr>
              <a:t>엠세이퍼 </a:t>
            </a:r>
            <a:r>
              <a:rPr lang="en-US" altLang="ko-KR" sz="3200">
                <a:solidFill>
                  <a:srgbClr val="000000"/>
                </a:solidFill>
                <a:latin typeface="Malgun Gothic Semilight" panose="020B0502040204020203" pitchFamily="50" charset="-127"/>
              </a:rPr>
              <a:t>: </a:t>
            </a:r>
            <a:r>
              <a:rPr lang="ko-KR" altLang="en-US" sz="3200">
                <a:solidFill>
                  <a:srgbClr val="000000"/>
                </a:solidFill>
                <a:latin typeface="Malgun Gothic Semilight" panose="020B0502040204020203" pitchFamily="50" charset="-127"/>
              </a:rPr>
              <a:t>명의 도용 확인 </a:t>
            </a:r>
            <a:r>
              <a:rPr lang="en-US" altLang="ko-KR" sz="3200">
                <a:solidFill>
                  <a:srgbClr val="000000"/>
                </a:solidFill>
                <a:latin typeface="Malgun Gothic Semilight" panose="020B0502040204020203" pitchFamily="50" charset="-127"/>
              </a:rPr>
              <a:t>/</a:t>
            </a:r>
            <a:r>
              <a:rPr lang="ko-KR" altLang="en-US" sz="3200">
                <a:solidFill>
                  <a:srgbClr val="000000"/>
                </a:solidFill>
                <a:latin typeface="Malgun Gothic Semilight" panose="020B0502040204020203" pitchFamily="50" charset="-127"/>
              </a:rPr>
              <a:t>휴대폰 개통정지</a:t>
            </a:r>
          </a:p>
          <a:p>
            <a:r>
              <a:rPr lang="en-US" altLang="ko-KR" sz="3200">
                <a:solidFill>
                  <a:srgbClr val="000000"/>
                </a:solidFill>
                <a:latin typeface="Malgun Gothic Semilight" panose="020B0502040204020203" pitchFamily="50" charset="-127"/>
              </a:rPr>
              <a:t>E-</a:t>
            </a:r>
            <a:r>
              <a:rPr lang="ko-KR" altLang="en-US" sz="3200">
                <a:solidFill>
                  <a:srgbClr val="000000"/>
                </a:solidFill>
                <a:latin typeface="Malgun Gothic Semilight" panose="020B0502040204020203" pitchFamily="50" charset="-127"/>
              </a:rPr>
              <a:t>프라이버시 </a:t>
            </a:r>
            <a:r>
              <a:rPr lang="en-US" altLang="ko-KR" sz="3200">
                <a:solidFill>
                  <a:srgbClr val="000000"/>
                </a:solidFill>
                <a:latin typeface="Malgun Gothic Semilight" panose="020B0502040204020203" pitchFamily="50" charset="-127"/>
              </a:rPr>
              <a:t>: </a:t>
            </a:r>
            <a:r>
              <a:rPr lang="ko-KR" altLang="en-US" sz="3200">
                <a:solidFill>
                  <a:srgbClr val="000000"/>
                </a:solidFill>
                <a:latin typeface="Malgun Gothic Semilight" panose="020B0502040204020203" pitchFamily="50" charset="-127"/>
              </a:rPr>
              <a:t>주민번호 도용 여부 확인</a:t>
            </a:r>
          </a:p>
          <a:p>
            <a:r>
              <a:rPr lang="en-US" altLang="ko-KR" sz="3200">
                <a:solidFill>
                  <a:srgbClr val="000000"/>
                </a:solidFill>
                <a:latin typeface="Malgun Gothic Semilight" panose="020B0502040204020203" pitchFamily="50" charset="-127"/>
              </a:rPr>
              <a:t>Payinfo : </a:t>
            </a:r>
            <a:r>
              <a:rPr lang="ko-KR" altLang="en-US" sz="3200">
                <a:solidFill>
                  <a:srgbClr val="000000"/>
                </a:solidFill>
                <a:latin typeface="Malgun Gothic Semilight" panose="020B0502040204020203" pitchFamily="50" charset="-127"/>
              </a:rPr>
              <a:t>계좌개설 여부 확인</a:t>
            </a:r>
          </a:p>
          <a:p>
            <a:endParaRPr lang="ko-KR" altLang="en-US" sz="3200">
              <a:solidFill>
                <a:srgbClr val="000000"/>
              </a:solidFill>
              <a:latin typeface="Malgun Gothic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9939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72" descr="##idx_1##">
            <a:extLst>
              <a:ext uri="{FF2B5EF4-FFF2-40B4-BE49-F238E27FC236}">
                <a16:creationId xmlns:a16="http://schemas.microsoft.com/office/drawing/2014/main" id="{DB066D56-932C-77B7-F116-2E4D5C8227D7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2" name="Oval 73" descr="##idx_1_1##">
              <a:extLst>
                <a:ext uri="{FF2B5EF4-FFF2-40B4-BE49-F238E27FC236}">
                  <a16:creationId xmlns:a16="http://schemas.microsoft.com/office/drawing/2014/main" id="{2AA2A2D5-B587-A89E-FA41-785452393694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Freeform 46" descr="##idx_1_2##">
              <a:extLst>
                <a:ext uri="{FF2B5EF4-FFF2-40B4-BE49-F238E27FC236}">
                  <a16:creationId xmlns:a16="http://schemas.microsoft.com/office/drawing/2014/main" id="{8C8D3F54-F7B4-D671-D25D-793ED093E3C6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Freeform 48" descr="##idx_1_3##">
              <a:extLst>
                <a:ext uri="{FF2B5EF4-FFF2-40B4-BE49-F238E27FC236}">
                  <a16:creationId xmlns:a16="http://schemas.microsoft.com/office/drawing/2014/main" id="{ADB367A2-293D-7C92-ACEB-3EC3AC7A344C}"/>
                </a:ext>
              </a:extLst>
            </p:cNvPr>
            <p:cNvSpPr/>
            <p:nvPr/>
          </p:nvSpPr>
          <p:spPr>
            <a:xfrm>
              <a:off x="7564255" y="6292426"/>
              <a:ext cx="1130724" cy="565575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Oval 76" descr="##idx_1_4##">
              <a:extLst>
                <a:ext uri="{FF2B5EF4-FFF2-40B4-BE49-F238E27FC236}">
                  <a16:creationId xmlns:a16="http://schemas.microsoft.com/office/drawing/2014/main" id="{AEB9725B-83B8-A23B-EA1A-C952A0DA0B9E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Oval 77" descr="##idx_1_5##">
              <a:extLst>
                <a:ext uri="{FF2B5EF4-FFF2-40B4-BE49-F238E27FC236}">
                  <a16:creationId xmlns:a16="http://schemas.microsoft.com/office/drawing/2014/main" id="{50B0672E-6333-8536-C59E-AC89777EFE23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Oval 78" descr="##idx_1_6##">
              <a:extLst>
                <a:ext uri="{FF2B5EF4-FFF2-40B4-BE49-F238E27FC236}">
                  <a16:creationId xmlns:a16="http://schemas.microsoft.com/office/drawing/2014/main" id="{84429E90-E691-E3E8-1FF3-DF409372214D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Freeform 63" descr="##idx_1_7##">
              <a:extLst>
                <a:ext uri="{FF2B5EF4-FFF2-40B4-BE49-F238E27FC236}">
                  <a16:creationId xmlns:a16="http://schemas.microsoft.com/office/drawing/2014/main" id="{897CAA5D-2759-8F77-E6DC-58C91A6C3DAE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Freeform 64" descr="##idx_1_8##">
              <a:extLst>
                <a:ext uri="{FF2B5EF4-FFF2-40B4-BE49-F238E27FC236}">
                  <a16:creationId xmlns:a16="http://schemas.microsoft.com/office/drawing/2014/main" id="{F5E02173-89D9-152A-989D-696D2BD85F79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Oval 81" descr="##idx_1_9##">
              <a:extLst>
                <a:ext uri="{FF2B5EF4-FFF2-40B4-BE49-F238E27FC236}">
                  <a16:creationId xmlns:a16="http://schemas.microsoft.com/office/drawing/2014/main" id="{2149529C-06AF-FFC8-39E5-EBED886F3766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Oval 82" descr="##idx_1_10##">
              <a:extLst>
                <a:ext uri="{FF2B5EF4-FFF2-40B4-BE49-F238E27FC236}">
                  <a16:creationId xmlns:a16="http://schemas.microsoft.com/office/drawing/2014/main" id="{064CCA6D-B047-8596-C862-F06AC1241F4C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Oval 83" descr="##idx_1_11##">
              <a:extLst>
                <a:ext uri="{FF2B5EF4-FFF2-40B4-BE49-F238E27FC236}">
                  <a16:creationId xmlns:a16="http://schemas.microsoft.com/office/drawing/2014/main" id="{3FB2E2B4-2E7C-8516-B4A3-6E8FB75E2063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Oval 84" descr="##idx_1_12##">
              <a:extLst>
                <a:ext uri="{FF2B5EF4-FFF2-40B4-BE49-F238E27FC236}">
                  <a16:creationId xmlns:a16="http://schemas.microsoft.com/office/drawing/2014/main" id="{486CDF6D-E222-46D9-A6DF-29343782BC31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Freeform 70" descr="##idx_1_13##">
              <a:extLst>
                <a:ext uri="{FF2B5EF4-FFF2-40B4-BE49-F238E27FC236}">
                  <a16:creationId xmlns:a16="http://schemas.microsoft.com/office/drawing/2014/main" id="{0250CB05-41B2-08DC-C4AD-6FE7F2A2A0BC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Freeform 71" descr="##idx_1_14##">
              <a:extLst>
                <a:ext uri="{FF2B5EF4-FFF2-40B4-BE49-F238E27FC236}">
                  <a16:creationId xmlns:a16="http://schemas.microsoft.com/office/drawing/2014/main" id="{F334C00A-5C9D-0C78-C38F-0A1FA59B4C89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Oval 87" descr="##idx_1_15##">
              <a:extLst>
                <a:ext uri="{FF2B5EF4-FFF2-40B4-BE49-F238E27FC236}">
                  <a16:creationId xmlns:a16="http://schemas.microsoft.com/office/drawing/2014/main" id="{8FEDD748-5CDF-E2EF-5AED-6FDDA2554E1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Oval 88" descr="##idx_1_16##">
              <a:extLst>
                <a:ext uri="{FF2B5EF4-FFF2-40B4-BE49-F238E27FC236}">
                  <a16:creationId xmlns:a16="http://schemas.microsoft.com/office/drawing/2014/main" id="{331A4A8B-E676-C44C-31BC-CB0AF7C2367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Oval 89" descr="##idx_1_17##">
              <a:extLst>
                <a:ext uri="{FF2B5EF4-FFF2-40B4-BE49-F238E27FC236}">
                  <a16:creationId xmlns:a16="http://schemas.microsoft.com/office/drawing/2014/main" id="{904D866A-E409-76AF-96C3-2365757EA665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Freeform 75" descr="##idx_1_18##">
              <a:extLst>
                <a:ext uri="{FF2B5EF4-FFF2-40B4-BE49-F238E27FC236}">
                  <a16:creationId xmlns:a16="http://schemas.microsoft.com/office/drawing/2014/main" id="{0D400BE7-3F4F-0A94-D644-87CCE21608DF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Freeform 76" descr="##idx_1_19##">
              <a:extLst>
                <a:ext uri="{FF2B5EF4-FFF2-40B4-BE49-F238E27FC236}">
                  <a16:creationId xmlns:a16="http://schemas.microsoft.com/office/drawing/2014/main" id="{B72A3392-338F-ED57-7CB2-4D9BC3DD47D4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Freeform 77" descr="##idx_1_20##">
              <a:extLst>
                <a:ext uri="{FF2B5EF4-FFF2-40B4-BE49-F238E27FC236}">
                  <a16:creationId xmlns:a16="http://schemas.microsoft.com/office/drawing/2014/main" id="{9D5DEC61-34D1-1AB3-E96B-655BB97AAF4E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Freeform 78" descr="##idx_1_21##">
              <a:extLst>
                <a:ext uri="{FF2B5EF4-FFF2-40B4-BE49-F238E27FC236}">
                  <a16:creationId xmlns:a16="http://schemas.microsoft.com/office/drawing/2014/main" id="{BFC175FF-4A6C-C44D-62FD-CE8E1FED62E2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Freeform 79" descr="##idx_1_22##">
              <a:extLst>
                <a:ext uri="{FF2B5EF4-FFF2-40B4-BE49-F238E27FC236}">
                  <a16:creationId xmlns:a16="http://schemas.microsoft.com/office/drawing/2014/main" id="{4A3B07DF-EAEA-5FB3-DBE5-E655872A9804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Freeform 80" descr="##idx_1_23##">
              <a:extLst>
                <a:ext uri="{FF2B5EF4-FFF2-40B4-BE49-F238E27FC236}">
                  <a16:creationId xmlns:a16="http://schemas.microsoft.com/office/drawing/2014/main" id="{95BE0E5B-6524-6262-E1FE-9323F52C6F95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Freeform 81" descr="##idx_1_24##">
              <a:extLst>
                <a:ext uri="{FF2B5EF4-FFF2-40B4-BE49-F238E27FC236}">
                  <a16:creationId xmlns:a16="http://schemas.microsoft.com/office/drawing/2014/main" id="{22871DE8-68DE-95DB-4285-D01194BB101F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" name="Straight Connector 98" descr="##idx_2##">
            <a:extLst>
              <a:ext uri="{FF2B5EF4-FFF2-40B4-BE49-F238E27FC236}">
                <a16:creationId xmlns:a16="http://schemas.microsoft.com/office/drawing/2014/main" id="{9D217FAE-5C0A-D946-D09A-F03ABA40DE1C}"/>
              </a:ext>
            </a:extLst>
          </p:cNvPr>
          <p:cNvSpPr/>
          <p:nvPr/>
        </p:nvSpPr>
        <p:spPr>
          <a:xfrm>
            <a:off x="565150" y="6087110"/>
            <a:ext cx="5066001" cy="0"/>
          </a:xfrm>
          <a:prstGeom prst="ellipse">
            <a:avLst/>
          </a:prstGeom>
          <a:solidFill>
            <a:srgbClr val="000000">
              <a:alpha val="0"/>
            </a:srgbClr>
          </a:solidFill>
          <a:ln w="12700" cmpd="sng">
            <a:solidFill>
              <a:srgbClr val="A6A6A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Rectangle 100" descr="##idx_3##">
            <a:extLst>
              <a:ext uri="{FF2B5EF4-FFF2-40B4-BE49-F238E27FC236}">
                <a16:creationId xmlns:a16="http://schemas.microsoft.com/office/drawing/2014/main" id="{3B5B2B8A-C58F-31EA-EACD-9693242A3B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itle 1" descr="##idx_4##">
            <a:extLst>
              <a:ext uri="{FF2B5EF4-FFF2-40B4-BE49-F238E27FC236}">
                <a16:creationId xmlns:a16="http://schemas.microsoft.com/office/drawing/2014/main" id="{173C5F24-4305-9EA2-2C68-40E7EC07E7EA}"/>
              </a:ext>
            </a:extLst>
          </p:cNvPr>
          <p:cNvSpPr txBox="1"/>
          <p:nvPr/>
        </p:nvSpPr>
        <p:spPr>
          <a:xfrm>
            <a:off x="565150" y="768334"/>
            <a:ext cx="10229641" cy="110799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6600" b="1">
                <a:solidFill>
                  <a:srgbClr val="000000"/>
                </a:solidFill>
                <a:latin typeface="Malgun Gothic" panose="020B0503020000020004" pitchFamily="50" charset="-127"/>
              </a:rPr>
              <a:t>당하지 않는 것이 상책</a:t>
            </a:r>
            <a:r>
              <a:rPr lang="en-US" altLang="ko-KR" sz="6600" b="1">
                <a:solidFill>
                  <a:srgbClr val="000000"/>
                </a:solidFill>
                <a:latin typeface="Malgun Gothic" panose="020B0503020000020004" pitchFamily="50" charset="-127"/>
              </a:rPr>
              <a:t>!!!</a:t>
            </a:r>
            <a:endParaRPr lang="ko-KR" altLang="en-US" sz="66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0" name="Straight Connector 102" descr="##idx_5##">
            <a:extLst>
              <a:ext uri="{FF2B5EF4-FFF2-40B4-BE49-F238E27FC236}">
                <a16:creationId xmlns:a16="http://schemas.microsoft.com/office/drawing/2014/main" id="{829E04AC-4B10-C625-F9E7-B2D8AEA071C3}"/>
              </a:ext>
            </a:extLst>
          </p:cNvPr>
          <p:cNvSpPr/>
          <p:nvPr/>
        </p:nvSpPr>
        <p:spPr>
          <a:xfrm>
            <a:off x="565150" y="6087110"/>
            <a:ext cx="9198761" cy="0"/>
          </a:xfrm>
          <a:prstGeom prst="ellipse">
            <a:avLst/>
          </a:prstGeom>
          <a:solidFill>
            <a:srgbClr val="000000">
              <a:alpha val="0"/>
            </a:srgbClr>
          </a:solidFill>
          <a:ln w="12700" cmpd="sng">
            <a:solidFill>
              <a:srgbClr val="A6A6A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9" name="Group 104" descr="##idx_6##">
            <a:extLst>
              <a:ext uri="{FF2B5EF4-FFF2-40B4-BE49-F238E27FC236}">
                <a16:creationId xmlns:a16="http://schemas.microsoft.com/office/drawing/2014/main" id="{64DD35FA-BFB4-4BA6-CE03-F9EBE3E2BCB7}"/>
              </a:ext>
            </a:extLst>
          </p:cNvPr>
          <p:cNvGrpSpPr/>
          <p:nvPr/>
        </p:nvGrpSpPr>
        <p:grpSpPr>
          <a:xfrm>
            <a:off x="10290315" y="0"/>
            <a:ext cx="1901687" cy="6858000"/>
            <a:chOff x="10290315" y="0"/>
            <a:chExt cx="1901687" cy="6858000"/>
          </a:xfrm>
        </p:grpSpPr>
        <p:sp>
          <p:nvSpPr>
            <p:cNvPr id="31" name="Oval 105" descr="##idx_6_1##">
              <a:extLst>
                <a:ext uri="{FF2B5EF4-FFF2-40B4-BE49-F238E27FC236}">
                  <a16:creationId xmlns:a16="http://schemas.microsoft.com/office/drawing/2014/main" id="{A812109D-685F-E7C7-BE31-B276DF5A3D56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Freeform 24" descr="##idx_6_2##">
              <a:extLst>
                <a:ext uri="{FF2B5EF4-FFF2-40B4-BE49-F238E27FC236}">
                  <a16:creationId xmlns:a16="http://schemas.microsoft.com/office/drawing/2014/main" id="{CF10FEEC-2F6B-297D-5E76-ED1894D981C1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Freeform 25" descr="##idx_6_3##">
              <a:extLst>
                <a:ext uri="{FF2B5EF4-FFF2-40B4-BE49-F238E27FC236}">
                  <a16:creationId xmlns:a16="http://schemas.microsoft.com/office/drawing/2014/main" id="{A4F36748-FB2E-DD49-F735-694B96C346D0}"/>
                </a:ext>
              </a:extLst>
            </p:cNvPr>
            <p:cNvSpPr/>
            <p:nvPr/>
          </p:nvSpPr>
          <p:spPr>
            <a:xfrm>
              <a:off x="11653180" y="6295093"/>
              <a:ext cx="538822" cy="562907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Freeform 26" descr="##idx_6_4##">
              <a:extLst>
                <a:ext uri="{FF2B5EF4-FFF2-40B4-BE49-F238E27FC236}">
                  <a16:creationId xmlns:a16="http://schemas.microsoft.com/office/drawing/2014/main" id="{6D50752C-37DC-A300-F9A7-F64B791E6F3E}"/>
                </a:ext>
              </a:extLst>
            </p:cNvPr>
            <p:cNvSpPr/>
            <p:nvPr/>
          </p:nvSpPr>
          <p:spPr>
            <a:xfrm>
              <a:off x="11653180" y="3552066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Freeform 27" descr="##idx_6_5##">
              <a:extLst>
                <a:ext uri="{FF2B5EF4-FFF2-40B4-BE49-F238E27FC236}">
                  <a16:creationId xmlns:a16="http://schemas.microsoft.com/office/drawing/2014/main" id="{937B3B06-BDB5-BCC9-1E52-6E4D25555389}"/>
                </a:ext>
              </a:extLst>
            </p:cNvPr>
            <p:cNvSpPr/>
            <p:nvPr/>
          </p:nvSpPr>
          <p:spPr>
            <a:xfrm>
              <a:off x="11653180" y="2180552"/>
              <a:ext cx="538822" cy="1125373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Freeform 28" descr="##idx_6_6##">
              <a:extLst>
                <a:ext uri="{FF2B5EF4-FFF2-40B4-BE49-F238E27FC236}">
                  <a16:creationId xmlns:a16="http://schemas.microsoft.com/office/drawing/2014/main" id="{35DF0FE9-6E60-EBB5-EA0A-062CB8886AE7}"/>
                </a:ext>
              </a:extLst>
            </p:cNvPr>
            <p:cNvSpPr/>
            <p:nvPr/>
          </p:nvSpPr>
          <p:spPr>
            <a:xfrm>
              <a:off x="11653180" y="809039"/>
              <a:ext cx="538822" cy="1125373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Freeform 29" descr="##idx_6_7##">
              <a:extLst>
                <a:ext uri="{FF2B5EF4-FFF2-40B4-BE49-F238E27FC236}">
                  <a16:creationId xmlns:a16="http://schemas.microsoft.com/office/drawing/2014/main" id="{AF9F74F7-81A2-35A4-2EFE-84A8258C4F10}"/>
                </a:ext>
              </a:extLst>
            </p:cNvPr>
            <p:cNvSpPr/>
            <p:nvPr/>
          </p:nvSpPr>
          <p:spPr>
            <a:xfrm>
              <a:off x="11653180" y="0"/>
              <a:ext cx="538822" cy="562898"/>
            </a:xfrm>
            <a:prstGeom prst="roundRect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Oval 112" descr="##idx_6_8##">
              <a:extLst>
                <a:ext uri="{FF2B5EF4-FFF2-40B4-BE49-F238E27FC236}">
                  <a16:creationId xmlns:a16="http://schemas.microsoft.com/office/drawing/2014/main" id="{EA388A89-5A75-9549-FE98-3233C49EAA65}"/>
                </a:ext>
              </a:extLst>
            </p:cNvPr>
            <p:cNvSpPr/>
            <p:nvPr/>
          </p:nvSpPr>
          <p:spPr>
            <a:xfrm>
              <a:off x="10290315" y="3546716"/>
              <a:ext cx="1130724" cy="1130723"/>
            </a:xfrm>
            <a:prstGeom prst="ellipse">
              <a:avLst/>
            </a:prstGeom>
            <a:solidFill>
              <a:srgbClr val="EFF0E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0" name="TextBox 3" descr="##idx_7##">
            <a:extLst>
              <a:ext uri="{FF2B5EF4-FFF2-40B4-BE49-F238E27FC236}">
                <a16:creationId xmlns:a16="http://schemas.microsoft.com/office/drawing/2014/main" id="{1952FEB3-F191-6819-64A2-AEC2BA73307F}"/>
              </a:ext>
            </a:extLst>
          </p:cNvPr>
          <p:cNvSpPr txBox="1"/>
          <p:nvPr/>
        </p:nvSpPr>
        <p:spPr>
          <a:xfrm>
            <a:off x="872006" y="3117761"/>
            <a:ext cx="9109119" cy="101566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6000">
                <a:solidFill>
                  <a:srgbClr val="000000"/>
                </a:solidFill>
                <a:latin typeface="Malgun Gothic Semilight" panose="020B0502040204020203" pitchFamily="50" charset="-127"/>
              </a:rPr>
              <a:t>★ 대 면 확 인 ★</a:t>
            </a:r>
          </a:p>
        </p:txBody>
      </p:sp>
    </p:spTree>
    <p:extLst>
      <p:ext uri="{BB962C8B-B14F-4D97-AF65-F5344CB8AC3E}">
        <p14:creationId xmlns:p14="http://schemas.microsoft.com/office/powerpoint/2010/main" val="3674892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171" descr="##idx_6##">
            <a:extLst>
              <a:ext uri="{FF2B5EF4-FFF2-40B4-BE49-F238E27FC236}">
                <a16:creationId xmlns:a16="http://schemas.microsoft.com/office/drawing/2014/main" id="{E8A13E5B-FA53-E378-EDC5-67A707D51009}"/>
              </a:ext>
            </a:extLst>
          </p:cNvPr>
          <p:cNvGrpSpPr/>
          <p:nvPr/>
        </p:nvGrpSpPr>
        <p:grpSpPr>
          <a:xfrm>
            <a:off x="6203145" y="0"/>
            <a:ext cx="5988856" cy="6858001"/>
            <a:chOff x="6203145" y="0"/>
            <a:chExt cx="5988856" cy="6858001"/>
          </a:xfrm>
        </p:grpSpPr>
        <p:sp>
          <p:nvSpPr>
            <p:cNvPr id="31" name="Oval 172" descr="##idx_6_1##">
              <a:extLst>
                <a:ext uri="{FF2B5EF4-FFF2-40B4-BE49-F238E27FC236}">
                  <a16:creationId xmlns:a16="http://schemas.microsoft.com/office/drawing/2014/main" id="{631CB5D1-87EA-ED40-7355-4A4E2300E3BB}"/>
                </a:ext>
              </a:extLst>
            </p:cNvPr>
            <p:cNvSpPr/>
            <p:nvPr/>
          </p:nvSpPr>
          <p:spPr>
            <a:xfrm>
              <a:off x="7567228" y="806366"/>
              <a:ext cx="1130725" cy="1130724"/>
            </a:xfrm>
            <a:prstGeom prst="ellipse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Oval 174" descr="##idx_6_3##">
              <a:extLst>
                <a:ext uri="{FF2B5EF4-FFF2-40B4-BE49-F238E27FC236}">
                  <a16:creationId xmlns:a16="http://schemas.microsoft.com/office/drawing/2014/main" id="{A6FD7759-1398-F31F-94CB-F8FA1276F650}"/>
                </a:ext>
              </a:extLst>
            </p:cNvPr>
            <p:cNvSpPr/>
            <p:nvPr/>
          </p:nvSpPr>
          <p:spPr>
            <a:xfrm>
              <a:off x="8930093" y="3549396"/>
              <a:ext cx="1130725" cy="1130724"/>
            </a:xfrm>
            <a:prstGeom prst="ellipse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Oval 175" descr="##idx_6_4##">
              <a:extLst>
                <a:ext uri="{FF2B5EF4-FFF2-40B4-BE49-F238E27FC236}">
                  <a16:creationId xmlns:a16="http://schemas.microsoft.com/office/drawing/2014/main" id="{03EA2A33-32A0-4359-27F5-22511EF61BD6}"/>
                </a:ext>
              </a:extLst>
            </p:cNvPr>
            <p:cNvSpPr/>
            <p:nvPr/>
          </p:nvSpPr>
          <p:spPr>
            <a:xfrm>
              <a:off x="8930093" y="2177881"/>
              <a:ext cx="1130725" cy="1130724"/>
            </a:xfrm>
            <a:prstGeom prst="ellipse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Freeform 83" descr="##idx_6_5##">
              <a:extLst>
                <a:ext uri="{FF2B5EF4-FFF2-40B4-BE49-F238E27FC236}">
                  <a16:creationId xmlns:a16="http://schemas.microsoft.com/office/drawing/2014/main" id="{B32CCD84-EB01-060F-C224-D69AC77C5BCC}"/>
                </a:ext>
              </a:extLst>
            </p:cNvPr>
            <p:cNvSpPr/>
            <p:nvPr/>
          </p:nvSpPr>
          <p:spPr>
            <a:xfrm>
              <a:off x="8930092" y="0"/>
              <a:ext cx="1130726" cy="565576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Oval 177" descr="##idx_6_6##">
              <a:extLst>
                <a:ext uri="{FF2B5EF4-FFF2-40B4-BE49-F238E27FC236}">
                  <a16:creationId xmlns:a16="http://schemas.microsoft.com/office/drawing/2014/main" id="{4078BD37-25DD-2980-F69E-0289E75F049C}"/>
                </a:ext>
              </a:extLst>
            </p:cNvPr>
            <p:cNvSpPr/>
            <p:nvPr/>
          </p:nvSpPr>
          <p:spPr>
            <a:xfrm>
              <a:off x="10292959" y="4920911"/>
              <a:ext cx="1130725" cy="1130724"/>
            </a:xfrm>
            <a:prstGeom prst="ellipse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Freeform 85" descr="##idx_6_7##">
              <a:extLst>
                <a:ext uri="{FF2B5EF4-FFF2-40B4-BE49-F238E27FC236}">
                  <a16:creationId xmlns:a16="http://schemas.microsoft.com/office/drawing/2014/main" id="{E9DAA7F0-0934-4E42-63D4-CCDF64F383E2}"/>
                </a:ext>
              </a:extLst>
            </p:cNvPr>
            <p:cNvSpPr/>
            <p:nvPr/>
          </p:nvSpPr>
          <p:spPr>
            <a:xfrm>
              <a:off x="11655828" y="4923855"/>
              <a:ext cx="536172" cy="1124839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Freeform 87" descr="##idx_6_8##">
              <a:extLst>
                <a:ext uri="{FF2B5EF4-FFF2-40B4-BE49-F238E27FC236}">
                  <a16:creationId xmlns:a16="http://schemas.microsoft.com/office/drawing/2014/main" id="{E3559F4B-E5E5-BACB-B121-6E0B39C5E438}"/>
                </a:ext>
              </a:extLst>
            </p:cNvPr>
            <p:cNvSpPr/>
            <p:nvPr/>
          </p:nvSpPr>
          <p:spPr>
            <a:xfrm>
              <a:off x="6203147" y="0"/>
              <a:ext cx="1130725" cy="565362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Freeform 88" descr="##idx_6_9##">
              <a:extLst>
                <a:ext uri="{FF2B5EF4-FFF2-40B4-BE49-F238E27FC236}">
                  <a16:creationId xmlns:a16="http://schemas.microsoft.com/office/drawing/2014/main" id="{C8BFBA74-81B2-2DDA-604D-AD6C2A8D3C18}"/>
                </a:ext>
              </a:extLst>
            </p:cNvPr>
            <p:cNvSpPr/>
            <p:nvPr/>
          </p:nvSpPr>
          <p:spPr>
            <a:xfrm>
              <a:off x="7567976" y="0"/>
              <a:ext cx="1130726" cy="565362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Freeform 89" descr="##idx_6_10##">
              <a:extLst>
                <a:ext uri="{FF2B5EF4-FFF2-40B4-BE49-F238E27FC236}">
                  <a16:creationId xmlns:a16="http://schemas.microsoft.com/office/drawing/2014/main" id="{43B5C370-FE3C-D2D4-CC04-B9A0E4E878C6}"/>
                </a:ext>
              </a:extLst>
            </p:cNvPr>
            <p:cNvSpPr/>
            <p:nvPr/>
          </p:nvSpPr>
          <p:spPr>
            <a:xfrm>
              <a:off x="10293707" y="0"/>
              <a:ext cx="1130727" cy="565362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Freeform 92" descr="##idx_6_11##">
              <a:extLst>
                <a:ext uri="{FF2B5EF4-FFF2-40B4-BE49-F238E27FC236}">
                  <a16:creationId xmlns:a16="http://schemas.microsoft.com/office/drawing/2014/main" id="{18B967F4-EAA8-AF82-E6EF-91AF2C342CB4}"/>
                </a:ext>
              </a:extLst>
            </p:cNvPr>
            <p:cNvSpPr/>
            <p:nvPr/>
          </p:nvSpPr>
          <p:spPr>
            <a:xfrm>
              <a:off x="11656576" y="0"/>
              <a:ext cx="535425" cy="56234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Freeform 93" descr="##idx_6_12##">
              <a:extLst>
                <a:ext uri="{FF2B5EF4-FFF2-40B4-BE49-F238E27FC236}">
                  <a16:creationId xmlns:a16="http://schemas.microsoft.com/office/drawing/2014/main" id="{6DAA7495-B828-6362-1FBD-A579B9D2434E}"/>
                </a:ext>
              </a:extLst>
            </p:cNvPr>
            <p:cNvSpPr/>
            <p:nvPr/>
          </p:nvSpPr>
          <p:spPr>
            <a:xfrm>
              <a:off x="8932807" y="806365"/>
              <a:ext cx="1130726" cy="113072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Freeform 94" descr="##idx_6_13##">
              <a:extLst>
                <a:ext uri="{FF2B5EF4-FFF2-40B4-BE49-F238E27FC236}">
                  <a16:creationId xmlns:a16="http://schemas.microsoft.com/office/drawing/2014/main" id="{240B34CD-0547-3B64-2703-41A77279A45D}"/>
                </a:ext>
              </a:extLst>
            </p:cNvPr>
            <p:cNvSpPr/>
            <p:nvPr/>
          </p:nvSpPr>
          <p:spPr>
            <a:xfrm>
              <a:off x="10293707" y="806365"/>
              <a:ext cx="1130727" cy="113072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Freeform 96" descr="##idx_6_14##">
              <a:extLst>
                <a:ext uri="{FF2B5EF4-FFF2-40B4-BE49-F238E27FC236}">
                  <a16:creationId xmlns:a16="http://schemas.microsoft.com/office/drawing/2014/main" id="{094BF41C-37E0-4E30-AF76-E9435294E895}"/>
                </a:ext>
              </a:extLst>
            </p:cNvPr>
            <p:cNvSpPr/>
            <p:nvPr/>
          </p:nvSpPr>
          <p:spPr>
            <a:xfrm>
              <a:off x="11656576" y="809383"/>
              <a:ext cx="535425" cy="1124688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Freeform 97" descr="##idx_6_15##">
              <a:extLst>
                <a:ext uri="{FF2B5EF4-FFF2-40B4-BE49-F238E27FC236}">
                  <a16:creationId xmlns:a16="http://schemas.microsoft.com/office/drawing/2014/main" id="{283AEA94-CAF9-9B90-61C4-6BE24F01873C}"/>
                </a:ext>
              </a:extLst>
            </p:cNvPr>
            <p:cNvSpPr/>
            <p:nvPr/>
          </p:nvSpPr>
          <p:spPr>
            <a:xfrm>
              <a:off x="7567976" y="2178092"/>
              <a:ext cx="1130726" cy="113072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Freeform 98" descr="##idx_6_16##">
              <a:extLst>
                <a:ext uri="{FF2B5EF4-FFF2-40B4-BE49-F238E27FC236}">
                  <a16:creationId xmlns:a16="http://schemas.microsoft.com/office/drawing/2014/main" id="{B365EBF1-7EA3-0689-A41D-815FF17DB8AE}"/>
                </a:ext>
              </a:extLst>
            </p:cNvPr>
            <p:cNvSpPr/>
            <p:nvPr/>
          </p:nvSpPr>
          <p:spPr>
            <a:xfrm>
              <a:off x="11656576" y="2181110"/>
              <a:ext cx="535425" cy="1124688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Freeform 99" descr="##idx_6_17##">
              <a:extLst>
                <a:ext uri="{FF2B5EF4-FFF2-40B4-BE49-F238E27FC236}">
                  <a16:creationId xmlns:a16="http://schemas.microsoft.com/office/drawing/2014/main" id="{52762912-3723-11D8-851B-2A43E1510B4A}"/>
                </a:ext>
              </a:extLst>
            </p:cNvPr>
            <p:cNvSpPr/>
            <p:nvPr/>
          </p:nvSpPr>
          <p:spPr>
            <a:xfrm>
              <a:off x="6203145" y="3549819"/>
              <a:ext cx="1130726" cy="113072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Freeform 100" descr="##idx_6_18##">
              <a:extLst>
                <a:ext uri="{FF2B5EF4-FFF2-40B4-BE49-F238E27FC236}">
                  <a16:creationId xmlns:a16="http://schemas.microsoft.com/office/drawing/2014/main" id="{C3499EF2-2AAF-CF16-53D6-4D2D541855DD}"/>
                </a:ext>
              </a:extLst>
            </p:cNvPr>
            <p:cNvSpPr/>
            <p:nvPr/>
          </p:nvSpPr>
          <p:spPr>
            <a:xfrm>
              <a:off x="7567976" y="3549819"/>
              <a:ext cx="1130726" cy="113072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Freeform 101" descr="##idx_6_19##">
              <a:extLst>
                <a:ext uri="{FF2B5EF4-FFF2-40B4-BE49-F238E27FC236}">
                  <a16:creationId xmlns:a16="http://schemas.microsoft.com/office/drawing/2014/main" id="{64CC5E0E-FFAC-F2EC-E7C8-559D07DE898A}"/>
                </a:ext>
              </a:extLst>
            </p:cNvPr>
            <p:cNvSpPr/>
            <p:nvPr/>
          </p:nvSpPr>
          <p:spPr>
            <a:xfrm>
              <a:off x="10293707" y="3549819"/>
              <a:ext cx="1130727" cy="113072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Freeform 102" descr="##idx_6_20##">
              <a:extLst>
                <a:ext uri="{FF2B5EF4-FFF2-40B4-BE49-F238E27FC236}">
                  <a16:creationId xmlns:a16="http://schemas.microsoft.com/office/drawing/2014/main" id="{14E7A183-43BF-B1F8-773A-859454483104}"/>
                </a:ext>
              </a:extLst>
            </p:cNvPr>
            <p:cNvSpPr/>
            <p:nvPr/>
          </p:nvSpPr>
          <p:spPr>
            <a:xfrm>
              <a:off x="11656576" y="3552837"/>
              <a:ext cx="535425" cy="1124688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Freeform 103" descr="##idx_6_21##">
              <a:extLst>
                <a:ext uri="{FF2B5EF4-FFF2-40B4-BE49-F238E27FC236}">
                  <a16:creationId xmlns:a16="http://schemas.microsoft.com/office/drawing/2014/main" id="{A6977649-E07D-AFE8-52C5-23D08B84E2CE}"/>
                </a:ext>
              </a:extLst>
            </p:cNvPr>
            <p:cNvSpPr/>
            <p:nvPr/>
          </p:nvSpPr>
          <p:spPr>
            <a:xfrm>
              <a:off x="8932807" y="4921546"/>
              <a:ext cx="1130726" cy="113072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Freeform 104" descr="##idx_6_22##">
              <a:extLst>
                <a:ext uri="{FF2B5EF4-FFF2-40B4-BE49-F238E27FC236}">
                  <a16:creationId xmlns:a16="http://schemas.microsoft.com/office/drawing/2014/main" id="{DF3628ED-F747-3127-206D-CB526F0A7BA0}"/>
                </a:ext>
              </a:extLst>
            </p:cNvPr>
            <p:cNvSpPr/>
            <p:nvPr/>
          </p:nvSpPr>
          <p:spPr>
            <a:xfrm>
              <a:off x="7568040" y="6293274"/>
              <a:ext cx="1130598" cy="564727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Freeform 105" descr="##idx_6_23##">
              <a:extLst>
                <a:ext uri="{FF2B5EF4-FFF2-40B4-BE49-F238E27FC236}">
                  <a16:creationId xmlns:a16="http://schemas.microsoft.com/office/drawing/2014/main" id="{ED8369E3-D93D-C2D3-4A83-B783151B9677}"/>
                </a:ext>
              </a:extLst>
            </p:cNvPr>
            <p:cNvSpPr/>
            <p:nvPr/>
          </p:nvSpPr>
          <p:spPr>
            <a:xfrm>
              <a:off x="10293771" y="6293274"/>
              <a:ext cx="1130598" cy="564727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Freeform 106" descr="##idx_6_24##">
              <a:extLst>
                <a:ext uri="{FF2B5EF4-FFF2-40B4-BE49-F238E27FC236}">
                  <a16:creationId xmlns:a16="http://schemas.microsoft.com/office/drawing/2014/main" id="{C127A923-4069-588D-8E8C-6E6BF77D6975}"/>
                </a:ext>
              </a:extLst>
            </p:cNvPr>
            <p:cNvSpPr/>
            <p:nvPr/>
          </p:nvSpPr>
          <p:spPr>
            <a:xfrm>
              <a:off x="11656640" y="6295916"/>
              <a:ext cx="535361" cy="562084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6" name="Group 139" descr="##idx_1##">
            <a:extLst>
              <a:ext uri="{FF2B5EF4-FFF2-40B4-BE49-F238E27FC236}">
                <a16:creationId xmlns:a16="http://schemas.microsoft.com/office/drawing/2014/main" id="{56214C6D-9CCE-42FE-8D38-F81758280D20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2" name="Oval 140" descr="##idx_1_1##">
              <a:extLst>
                <a:ext uri="{FF2B5EF4-FFF2-40B4-BE49-F238E27FC236}">
                  <a16:creationId xmlns:a16="http://schemas.microsoft.com/office/drawing/2014/main" id="{32BD1FA0-83E0-1C41-7ED9-A6AA3900598B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Freeform 46" descr="##idx_1_2##">
              <a:extLst>
                <a:ext uri="{FF2B5EF4-FFF2-40B4-BE49-F238E27FC236}">
                  <a16:creationId xmlns:a16="http://schemas.microsoft.com/office/drawing/2014/main" id="{67E69476-F420-AD88-B201-B5A4D014DFB4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prstGeom prst="roundRect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Freeform 48" descr="##idx_1_3##">
              <a:extLst>
                <a:ext uri="{FF2B5EF4-FFF2-40B4-BE49-F238E27FC236}">
                  <a16:creationId xmlns:a16="http://schemas.microsoft.com/office/drawing/2014/main" id="{99D3BA2A-C3FE-506F-290D-1895ADC4740A}"/>
                </a:ext>
              </a:extLst>
            </p:cNvPr>
            <p:cNvSpPr/>
            <p:nvPr/>
          </p:nvSpPr>
          <p:spPr>
            <a:xfrm>
              <a:off x="7564255" y="6292426"/>
              <a:ext cx="1130724" cy="565575"/>
            </a:xfrm>
            <a:prstGeom prst="roundRect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Oval 143" descr="##idx_1_4##">
              <a:extLst>
                <a:ext uri="{FF2B5EF4-FFF2-40B4-BE49-F238E27FC236}">
                  <a16:creationId xmlns:a16="http://schemas.microsoft.com/office/drawing/2014/main" id="{6F5BC234-A9B7-AC44-3813-182C1D2D66E1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Oval 144" descr="##idx_1_5##">
              <a:extLst>
                <a:ext uri="{FF2B5EF4-FFF2-40B4-BE49-F238E27FC236}">
                  <a16:creationId xmlns:a16="http://schemas.microsoft.com/office/drawing/2014/main" id="{BA4783E2-AB18-996A-1686-B80E70EAE104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Oval 145" descr="##idx_1_6##">
              <a:extLst>
                <a:ext uri="{FF2B5EF4-FFF2-40B4-BE49-F238E27FC236}">
                  <a16:creationId xmlns:a16="http://schemas.microsoft.com/office/drawing/2014/main" id="{90F786A3-2D0E-0EDB-410C-1EF326F396FC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Freeform 63" descr="##idx_1_7##">
              <a:extLst>
                <a:ext uri="{FF2B5EF4-FFF2-40B4-BE49-F238E27FC236}">
                  <a16:creationId xmlns:a16="http://schemas.microsoft.com/office/drawing/2014/main" id="{0B28FE99-1F2B-9639-5A3A-8732CE0B1C4A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prstGeom prst="roundRect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Freeform 64" descr="##idx_1_8##">
              <a:extLst>
                <a:ext uri="{FF2B5EF4-FFF2-40B4-BE49-F238E27FC236}">
                  <a16:creationId xmlns:a16="http://schemas.microsoft.com/office/drawing/2014/main" id="{610ABCFB-3FDF-4441-7A3D-10D70F76AC9B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Oval 148" descr="##idx_1_9##">
              <a:extLst>
                <a:ext uri="{FF2B5EF4-FFF2-40B4-BE49-F238E27FC236}">
                  <a16:creationId xmlns:a16="http://schemas.microsoft.com/office/drawing/2014/main" id="{750E3DF3-6F51-7181-E435-E6625FB64632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Oval 149" descr="##idx_1_10##">
              <a:extLst>
                <a:ext uri="{FF2B5EF4-FFF2-40B4-BE49-F238E27FC236}">
                  <a16:creationId xmlns:a16="http://schemas.microsoft.com/office/drawing/2014/main" id="{82181302-48EE-A2C2-1BA4-48E506F871ED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Oval 150" descr="##idx_1_11##">
              <a:extLst>
                <a:ext uri="{FF2B5EF4-FFF2-40B4-BE49-F238E27FC236}">
                  <a16:creationId xmlns:a16="http://schemas.microsoft.com/office/drawing/2014/main" id="{06A00481-CAFB-3813-5147-B56897532503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Oval 151" descr="##idx_1_12##">
              <a:extLst>
                <a:ext uri="{FF2B5EF4-FFF2-40B4-BE49-F238E27FC236}">
                  <a16:creationId xmlns:a16="http://schemas.microsoft.com/office/drawing/2014/main" id="{A813919B-6665-D9AF-C77B-86AED58226E1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Freeform 70" descr="##idx_1_13##">
              <a:extLst>
                <a:ext uri="{FF2B5EF4-FFF2-40B4-BE49-F238E27FC236}">
                  <a16:creationId xmlns:a16="http://schemas.microsoft.com/office/drawing/2014/main" id="{3514E5FB-E52E-3765-2C6A-896727CE1F34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Freeform 71" descr="##idx_1_14##">
              <a:extLst>
                <a:ext uri="{FF2B5EF4-FFF2-40B4-BE49-F238E27FC236}">
                  <a16:creationId xmlns:a16="http://schemas.microsoft.com/office/drawing/2014/main" id="{7450A2D4-8B4B-29EB-7B84-D2A3A264A6B6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prstGeom prst="roundRect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Oval 154" descr="##idx_1_15##">
              <a:extLst>
                <a:ext uri="{FF2B5EF4-FFF2-40B4-BE49-F238E27FC236}">
                  <a16:creationId xmlns:a16="http://schemas.microsoft.com/office/drawing/2014/main" id="{3E2C8F4D-A983-C00B-DE23-5386F2214342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Oval 155" descr="##idx_1_16##">
              <a:extLst>
                <a:ext uri="{FF2B5EF4-FFF2-40B4-BE49-F238E27FC236}">
                  <a16:creationId xmlns:a16="http://schemas.microsoft.com/office/drawing/2014/main" id="{C6339E6B-86D9-9BA5-4CCF-E94A6E6B82EB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Oval 156" descr="##idx_1_17##">
              <a:extLst>
                <a:ext uri="{FF2B5EF4-FFF2-40B4-BE49-F238E27FC236}">
                  <a16:creationId xmlns:a16="http://schemas.microsoft.com/office/drawing/2014/main" id="{CB0B8764-5AA8-A4DE-009B-32821B4C6B2C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Freeform 75" descr="##idx_1_18##">
              <a:extLst>
                <a:ext uri="{FF2B5EF4-FFF2-40B4-BE49-F238E27FC236}">
                  <a16:creationId xmlns:a16="http://schemas.microsoft.com/office/drawing/2014/main" id="{7D1C9EAB-318F-4D47-11ED-1E2C8723D2E7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prstGeom prst="roundRect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Freeform 76" descr="##idx_1_19##">
              <a:extLst>
                <a:ext uri="{FF2B5EF4-FFF2-40B4-BE49-F238E27FC236}">
                  <a16:creationId xmlns:a16="http://schemas.microsoft.com/office/drawing/2014/main" id="{FFE12261-62D5-F287-EA73-18DE3B1B8E7A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prstGeom prst="roundRect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Freeform 77" descr="##idx_1_20##">
              <a:extLst>
                <a:ext uri="{FF2B5EF4-FFF2-40B4-BE49-F238E27FC236}">
                  <a16:creationId xmlns:a16="http://schemas.microsoft.com/office/drawing/2014/main" id="{EDA0EE95-7AC1-B6BB-9E88-47768786BC07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prstGeom prst="roundRect">
              <a:avLst/>
            </a:prstGeom>
            <a:solidFill>
              <a:srgbClr val="00B2F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Freeform 78" descr="##idx_1_21##">
              <a:extLst>
                <a:ext uri="{FF2B5EF4-FFF2-40B4-BE49-F238E27FC236}">
                  <a16:creationId xmlns:a16="http://schemas.microsoft.com/office/drawing/2014/main" id="{193E91AD-15E7-B960-AED4-FBE8CA5AC190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prstGeom prst="roundRect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Freeform 79" descr="##idx_1_22##">
              <a:extLst>
                <a:ext uri="{FF2B5EF4-FFF2-40B4-BE49-F238E27FC236}">
                  <a16:creationId xmlns:a16="http://schemas.microsoft.com/office/drawing/2014/main" id="{EEA62784-663D-FB3B-A056-324E86D0B25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prstGeom prst="roundRect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Freeform 80" descr="##idx_1_23##">
              <a:extLst>
                <a:ext uri="{FF2B5EF4-FFF2-40B4-BE49-F238E27FC236}">
                  <a16:creationId xmlns:a16="http://schemas.microsoft.com/office/drawing/2014/main" id="{91C8CAFB-DBF9-709F-9992-1AC2169D913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prstGeom prst="roundRect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Freeform 81" descr="##idx_1_24##">
              <a:extLst>
                <a:ext uri="{FF2B5EF4-FFF2-40B4-BE49-F238E27FC236}">
                  <a16:creationId xmlns:a16="http://schemas.microsoft.com/office/drawing/2014/main" id="{E8544A5B-B238-D5EA-1EBE-95B9F68919D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prstGeom prst="roundRect">
              <a:avLst/>
            </a:prstGeom>
            <a:solidFill>
              <a:srgbClr val="00224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" name="Straight Connector 165" descr="##idx_2##">
            <a:extLst>
              <a:ext uri="{FF2B5EF4-FFF2-40B4-BE49-F238E27FC236}">
                <a16:creationId xmlns:a16="http://schemas.microsoft.com/office/drawing/2014/main" id="{76CBBAC7-14CA-4F50-39E2-3B568FFD978C}"/>
              </a:ext>
            </a:extLst>
          </p:cNvPr>
          <p:cNvSpPr/>
          <p:nvPr/>
        </p:nvSpPr>
        <p:spPr>
          <a:xfrm>
            <a:off x="565150" y="6087110"/>
            <a:ext cx="5066001" cy="0"/>
          </a:xfrm>
          <a:prstGeom prst="ellipse">
            <a:avLst/>
          </a:prstGeom>
          <a:solidFill>
            <a:srgbClr val="000000">
              <a:alpha val="0"/>
            </a:srgbClr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Rectangle 167" descr="##idx_3##">
            <a:extLst>
              <a:ext uri="{FF2B5EF4-FFF2-40B4-BE49-F238E27FC236}">
                <a16:creationId xmlns:a16="http://schemas.microsoft.com/office/drawing/2014/main" id="{6691C360-33EA-F13E-B4AC-173DACC9F9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2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itle 1" descr="##idx_4##">
            <a:extLst>
              <a:ext uri="{FF2B5EF4-FFF2-40B4-BE49-F238E27FC236}">
                <a16:creationId xmlns:a16="http://schemas.microsoft.com/office/drawing/2014/main" id="{74406A09-DA82-3D44-7EDD-B9D08FDE991B}"/>
              </a:ext>
            </a:extLst>
          </p:cNvPr>
          <p:cNvSpPr txBox="1"/>
          <p:nvPr/>
        </p:nvSpPr>
        <p:spPr>
          <a:xfrm>
            <a:off x="704671" y="4599799"/>
            <a:ext cx="5066001" cy="101566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vert="horz" rtlCol="0">
            <a:spAutoFit/>
          </a:bodyPr>
          <a:lstStyle/>
          <a:p>
            <a:r>
              <a:rPr lang="ko-KR" altLang="en-US" sz="6000" b="1">
                <a:solidFill>
                  <a:srgbClr val="FFFFFF"/>
                </a:solidFill>
                <a:latin typeface="Malgun Gothic" panose="020B0503020000020004" pitchFamily="50" charset="-127"/>
              </a:rPr>
              <a:t>감사합니다</a:t>
            </a:r>
          </a:p>
        </p:txBody>
      </p:sp>
      <p:sp>
        <p:nvSpPr>
          <p:cNvPr id="30" name="Straight Connector 169" descr="##idx_5##">
            <a:extLst>
              <a:ext uri="{FF2B5EF4-FFF2-40B4-BE49-F238E27FC236}">
                <a16:creationId xmlns:a16="http://schemas.microsoft.com/office/drawing/2014/main" id="{4BF307BE-471B-981D-3065-50AF261D52CB}"/>
              </a:ext>
            </a:extLst>
          </p:cNvPr>
          <p:cNvSpPr/>
          <p:nvPr/>
        </p:nvSpPr>
        <p:spPr>
          <a:xfrm>
            <a:off x="565150" y="6087110"/>
            <a:ext cx="5066001" cy="0"/>
          </a:xfrm>
          <a:prstGeom prst="ellipse">
            <a:avLst/>
          </a:prstGeom>
          <a:solidFill>
            <a:srgbClr val="000000">
              <a:alpha val="0"/>
            </a:srgbClr>
          </a:solidFill>
          <a:ln w="12700" cmpd="sng">
            <a:solidFill>
              <a:srgbClr val="EFF0E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Freeform 80" descr="##idx_6_2##">
            <a:extLst>
              <a:ext uri="{FF2B5EF4-FFF2-40B4-BE49-F238E27FC236}">
                <a16:creationId xmlns:a16="http://schemas.microsoft.com/office/drawing/2014/main" id="{B0C3DFAD-90E1-8746-C912-C86CDC079AA6}"/>
              </a:ext>
            </a:extLst>
          </p:cNvPr>
          <p:cNvSpPr/>
          <p:nvPr/>
        </p:nvSpPr>
        <p:spPr>
          <a:xfrm>
            <a:off x="8930093" y="6292426"/>
            <a:ext cx="1130724" cy="565575"/>
          </a:xfrm>
          <a:prstGeom prst="roundRect">
            <a:avLst/>
          </a:prstGeom>
          <a:solidFill>
            <a:srgbClr val="00B2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359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</Words>
  <Application>Microsoft Office PowerPoint</Application>
  <PresentationFormat>사용자 지정</PresentationFormat>
  <Paragraphs>61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맑은 고딕</vt:lpstr>
      <vt:lpstr>맑은 고딕</vt:lpstr>
      <vt:lpstr>Malgun Gothic Semilight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Seongeun Kim</dc:creator>
  <cp:lastModifiedBy>Seongeun Kim</cp:lastModifiedBy>
  <cp:revision>1</cp:revision>
  <dcterms:created xsi:type="dcterms:W3CDTF">2025-12-09T15:41:06Z</dcterms:created>
  <dcterms:modified xsi:type="dcterms:W3CDTF">2025-12-09T15:41:06Z</dcterms:modified>
</cp:coreProperties>
</file>