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EF900-4FED-537D-E27A-5184FBB1D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5CB9DF-812D-4C63-3875-A6883F93A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99271-FDA5-144A-C5B7-3B896FA8D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97152-709C-4A24-D153-1D766F3A6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CF1EB-A631-5EC3-0FD0-BE292A54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146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D5256-A31F-EF1A-6880-16B72B39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8CA5F-E9A1-6730-7B40-C6DE315A1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CDAD85-93D4-E618-5AA0-2ACDDAC4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A5F10D-B23B-BB27-BEED-103280D8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81153E-8E39-B40A-5D32-10729AFF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87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79401B-5094-10D0-D0F2-3409D2EAB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3B8F80-ECEF-363B-0C35-729917124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4C0386-C64D-E4F4-54E1-981119D5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3BCA14-1FA3-D568-DB73-CE80B4D7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C4742E-063A-241A-D771-F18B733E8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06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8C7FC-8812-844F-8DFB-C6E8321DB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7616D8-656B-474A-A06C-A94A284A5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4F5B38-BF53-9E5D-8B78-5A25D73E8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BAFB81-F746-EB3C-67C1-1BB04D2A3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F553CE-C39E-27C2-5F3D-5970A2D0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5CF5BA-25B3-C955-DC83-DAD3BE9F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636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9C4D2E-8693-912C-8066-D3F465B0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70551F-5F00-E9C7-0185-7C3F4F2DB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790DE5-B8A6-E016-2539-204B3B8DD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E40791-E793-DFD3-45D2-F8CE756A6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0FD67B-4941-8D7D-999E-AAC77B4D2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41D262-DB46-76EE-44EB-79A93DE8C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9F36EB-AEE8-EC8C-928F-F6B0A200F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550529-B6C9-833C-1E59-E70286DF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353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FB8B7-9BB0-5AFF-D874-B63A304C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998939-8E65-41D9-8887-9E009B26B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8D3B36-5C63-7AEF-83F1-D4B02456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CEB650-4281-02D6-174C-FD78F885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859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33CBCF-A4CB-5AC5-EF52-FE794895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8150B9-9B15-14DD-47F2-2A7156BB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D22C19-CFA8-B842-6752-A621497E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06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DE6FE-502E-BAB9-2B58-5E7A190C2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32A11D-8487-F0FC-C250-5FBAE570D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46D80-5EFA-6318-8F71-47CD37CA2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FA4F9C-3F21-952C-FEBA-04E6BA0A5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E94FC2-3FB3-B982-9E8C-730AB76C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CC9BCE-B3AA-70EC-0ABC-77F69D85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27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3EB1A-6543-49DB-8E74-1FD27F935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6A44FF-82E0-28FF-C4F8-E7990688C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6683CC-36BF-9BB7-64D8-954EEB1D9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6BD1DF-B4DC-D2DF-1B36-6A15D5F03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12C39F-CA55-160E-3F65-82137F20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8DB80B-3CC2-2613-DCA5-DC8DE71B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20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55579-B041-B9B1-BAD7-0304DF2D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30C522-0046-E4E0-771C-B02485778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3B5BD-97DC-5401-25FA-A551A5133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2458A1-F077-ABEF-BD5E-690D6FF2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C8046A-69E2-7420-17C1-E064AA7C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11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C50067-17EE-AAEE-4472-6541E6EFF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2FA5AE-7599-BCBB-754B-D61C0BF99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82DEDE-777C-A59A-9BD0-E017C9F6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6A39C5-A1C9-C620-FB76-CDFA69ED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052919-7880-7715-5516-10AAE02D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277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54746A-EA72-8808-88A9-8EE69B714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F66733-6761-D457-B599-EF51AB27D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F6311C-1748-AB86-2F76-F46EB2676A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C018F-B30E-4012-85FC-1036DDD6053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76E9F8-3C84-0AE5-6963-6B7716D96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53C5B6-47F8-4F41-6ED0-4B54410BE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FACCA-8902-4955-A1DD-5F05E628D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2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171550E9-626D-C2C7-DD56-B578F201D1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2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50D0E48D-14C2-1BCE-96CC-25EE9C678EB0}"/>
              </a:ext>
            </a:extLst>
          </p:cNvPr>
          <p:cNvSpPr txBox="1"/>
          <p:nvPr/>
        </p:nvSpPr>
        <p:spPr>
          <a:xfrm>
            <a:off x="565150" y="768334"/>
            <a:ext cx="5066001" cy="19389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6000" b="1">
                <a:solidFill>
                  <a:srgbClr val="FFFFFF"/>
                </a:solidFill>
                <a:latin typeface="Malgun Gothic" panose="020B0503020000020004" pitchFamily="50" charset="-127"/>
              </a:rPr>
              <a:t>보이스 피싱 예방교육</a:t>
            </a:r>
          </a:p>
        </p:txBody>
      </p:sp>
      <p:sp>
        <p:nvSpPr>
          <p:cNvPr id="4" name="Subtitle 2" descr="##idx_3##">
            <a:extLst>
              <a:ext uri="{FF2B5EF4-FFF2-40B4-BE49-F238E27FC236}">
                <a16:creationId xmlns:a16="http://schemas.microsoft.com/office/drawing/2014/main" id="{7C1968C4-D7D2-3F52-1F37-C0797E51957C}"/>
              </a:ext>
            </a:extLst>
          </p:cNvPr>
          <p:cNvSpPr txBox="1"/>
          <p:nvPr/>
        </p:nvSpPr>
        <p:spPr>
          <a:xfrm>
            <a:off x="565150" y="4283239"/>
            <a:ext cx="5066001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2000">
                <a:solidFill>
                  <a:srgbClr val="FFFFFF"/>
                </a:solidFill>
                <a:latin typeface="Malgun Gothic Semilight" panose="020B0502040204020203" pitchFamily="50" charset="-127"/>
              </a:rPr>
              <a:t>신한은행 천안금융센터</a:t>
            </a:r>
          </a:p>
          <a:p>
            <a:r>
              <a:rPr lang="ko-KR" altLang="en-US" sz="2000">
                <a:solidFill>
                  <a:srgbClr val="FFFFFF"/>
                </a:solidFill>
                <a:latin typeface="Malgun Gothic Semilight" panose="020B0502040204020203" pitchFamily="50" charset="-127"/>
              </a:rPr>
              <a:t>이하경 과장</a:t>
            </a:r>
          </a:p>
        </p:txBody>
      </p:sp>
      <p:sp>
        <p:nvSpPr>
          <p:cNvPr id="5" name="Straight Connector 9" descr="##idx_4##">
            <a:extLst>
              <a:ext uri="{FF2B5EF4-FFF2-40B4-BE49-F238E27FC236}">
                <a16:creationId xmlns:a16="http://schemas.microsoft.com/office/drawing/2014/main" id="{2FB019C4-E73C-C636-8765-FAD108F83D9C}"/>
              </a:ext>
            </a:extLst>
          </p:cNvPr>
          <p:cNvSpPr/>
          <p:nvPr/>
        </p:nvSpPr>
        <p:spPr>
          <a:xfrm>
            <a:off x="565150" y="6087110"/>
            <a:ext cx="506600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EFF0E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Group 11" descr="##idx_5##">
            <a:extLst>
              <a:ext uri="{FF2B5EF4-FFF2-40B4-BE49-F238E27FC236}">
                <a16:creationId xmlns:a16="http://schemas.microsoft.com/office/drawing/2014/main" id="{AD4F0ED4-0761-2AD9-CF20-94C937D9F558}"/>
              </a:ext>
            </a:extLst>
          </p:cNvPr>
          <p:cNvGrpSpPr/>
          <p:nvPr/>
        </p:nvGrpSpPr>
        <p:grpSpPr>
          <a:xfrm>
            <a:off x="6203145" y="0"/>
            <a:ext cx="5988856" cy="6858001"/>
            <a:chOff x="6203145" y="0"/>
            <a:chExt cx="5988856" cy="6858001"/>
          </a:xfrm>
        </p:grpSpPr>
        <p:sp>
          <p:nvSpPr>
            <p:cNvPr id="6" name="Oval 12" descr="##idx_5_1##">
              <a:extLst>
                <a:ext uri="{FF2B5EF4-FFF2-40B4-BE49-F238E27FC236}">
                  <a16:creationId xmlns:a16="http://schemas.microsoft.com/office/drawing/2014/main" id="{1EDAC4C0-48DC-F08E-01D1-4DA3418844AC}"/>
                </a:ext>
              </a:extLst>
            </p:cNvPr>
            <p:cNvSpPr/>
            <p:nvPr/>
          </p:nvSpPr>
          <p:spPr>
            <a:xfrm>
              <a:off x="7567228" y="80636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80" descr="##idx_5_2##">
              <a:extLst>
                <a:ext uri="{FF2B5EF4-FFF2-40B4-BE49-F238E27FC236}">
                  <a16:creationId xmlns:a16="http://schemas.microsoft.com/office/drawing/2014/main" id="{65CF47AA-24BF-C037-D830-4C3DB2F3B171}"/>
                </a:ext>
              </a:extLst>
            </p:cNvPr>
            <p:cNvSpPr/>
            <p:nvPr/>
          </p:nvSpPr>
          <p:spPr>
            <a:xfrm>
              <a:off x="8930093" y="6292426"/>
              <a:ext cx="1130724" cy="565575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Oval 14" descr="##idx_5_3##">
              <a:extLst>
                <a:ext uri="{FF2B5EF4-FFF2-40B4-BE49-F238E27FC236}">
                  <a16:creationId xmlns:a16="http://schemas.microsoft.com/office/drawing/2014/main" id="{334E3AAC-38FF-8793-F951-36715182F08D}"/>
                </a:ext>
              </a:extLst>
            </p:cNvPr>
            <p:cNvSpPr/>
            <p:nvPr/>
          </p:nvSpPr>
          <p:spPr>
            <a:xfrm>
              <a:off x="8930093" y="354939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Oval 15" descr="##idx_5_4##">
              <a:extLst>
                <a:ext uri="{FF2B5EF4-FFF2-40B4-BE49-F238E27FC236}">
                  <a16:creationId xmlns:a16="http://schemas.microsoft.com/office/drawing/2014/main" id="{E0CFF6BC-C1D9-AA27-CDE5-57595DA9F505}"/>
                </a:ext>
              </a:extLst>
            </p:cNvPr>
            <p:cNvSpPr/>
            <p:nvPr/>
          </p:nvSpPr>
          <p:spPr>
            <a:xfrm>
              <a:off x="8930093" y="217788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83" descr="##idx_5_5##">
              <a:extLst>
                <a:ext uri="{FF2B5EF4-FFF2-40B4-BE49-F238E27FC236}">
                  <a16:creationId xmlns:a16="http://schemas.microsoft.com/office/drawing/2014/main" id="{424C74FC-2C70-C890-FBF5-010715FC0305}"/>
                </a:ext>
              </a:extLst>
            </p:cNvPr>
            <p:cNvSpPr/>
            <p:nvPr/>
          </p:nvSpPr>
          <p:spPr>
            <a:xfrm>
              <a:off x="8930092" y="0"/>
              <a:ext cx="1130726" cy="565576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Oval 17" descr="##idx_5_6##">
              <a:extLst>
                <a:ext uri="{FF2B5EF4-FFF2-40B4-BE49-F238E27FC236}">
                  <a16:creationId xmlns:a16="http://schemas.microsoft.com/office/drawing/2014/main" id="{15F9C63D-743B-B45A-6275-229CDF0A8F53}"/>
                </a:ext>
              </a:extLst>
            </p:cNvPr>
            <p:cNvSpPr/>
            <p:nvPr/>
          </p:nvSpPr>
          <p:spPr>
            <a:xfrm>
              <a:off x="10292959" y="492091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Freeform 85" descr="##idx_5_7##">
              <a:extLst>
                <a:ext uri="{FF2B5EF4-FFF2-40B4-BE49-F238E27FC236}">
                  <a16:creationId xmlns:a16="http://schemas.microsoft.com/office/drawing/2014/main" id="{3BA3B647-8495-8CC8-B28A-58477511391E}"/>
                </a:ext>
              </a:extLst>
            </p:cNvPr>
            <p:cNvSpPr/>
            <p:nvPr/>
          </p:nvSpPr>
          <p:spPr>
            <a:xfrm>
              <a:off x="11655828" y="4923855"/>
              <a:ext cx="536172" cy="1124839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Freeform 87" descr="##idx_5_8##">
              <a:extLst>
                <a:ext uri="{FF2B5EF4-FFF2-40B4-BE49-F238E27FC236}">
                  <a16:creationId xmlns:a16="http://schemas.microsoft.com/office/drawing/2014/main" id="{E1CF7042-7CEB-AB86-9DB7-100746827279}"/>
                </a:ext>
              </a:extLst>
            </p:cNvPr>
            <p:cNvSpPr/>
            <p:nvPr/>
          </p:nvSpPr>
          <p:spPr>
            <a:xfrm>
              <a:off x="6203147" y="0"/>
              <a:ext cx="1130725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Freeform 88" descr="##idx_5_9##">
              <a:extLst>
                <a:ext uri="{FF2B5EF4-FFF2-40B4-BE49-F238E27FC236}">
                  <a16:creationId xmlns:a16="http://schemas.microsoft.com/office/drawing/2014/main" id="{957AB156-2643-2D3F-3129-13A6BAE91DD4}"/>
                </a:ext>
              </a:extLst>
            </p:cNvPr>
            <p:cNvSpPr/>
            <p:nvPr/>
          </p:nvSpPr>
          <p:spPr>
            <a:xfrm>
              <a:off x="7567976" y="0"/>
              <a:ext cx="1130726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Freeform 89" descr="##idx_5_10##">
              <a:extLst>
                <a:ext uri="{FF2B5EF4-FFF2-40B4-BE49-F238E27FC236}">
                  <a16:creationId xmlns:a16="http://schemas.microsoft.com/office/drawing/2014/main" id="{AD8AA2D9-CC6F-C93D-3623-6EF575209AAA}"/>
                </a:ext>
              </a:extLst>
            </p:cNvPr>
            <p:cNvSpPr/>
            <p:nvPr/>
          </p:nvSpPr>
          <p:spPr>
            <a:xfrm>
              <a:off x="10293707" y="0"/>
              <a:ext cx="1130727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Freeform 92" descr="##idx_5_11##">
              <a:extLst>
                <a:ext uri="{FF2B5EF4-FFF2-40B4-BE49-F238E27FC236}">
                  <a16:creationId xmlns:a16="http://schemas.microsoft.com/office/drawing/2014/main" id="{D65D60C5-19CF-EB75-3C95-8A15644915A4}"/>
                </a:ext>
              </a:extLst>
            </p:cNvPr>
            <p:cNvSpPr/>
            <p:nvPr/>
          </p:nvSpPr>
          <p:spPr>
            <a:xfrm>
              <a:off x="11656576" y="0"/>
              <a:ext cx="535425" cy="56234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Freeform 93" descr="##idx_5_12##">
              <a:extLst>
                <a:ext uri="{FF2B5EF4-FFF2-40B4-BE49-F238E27FC236}">
                  <a16:creationId xmlns:a16="http://schemas.microsoft.com/office/drawing/2014/main" id="{C94BE64F-59F0-61FB-DA81-8A6C56F4642C}"/>
                </a:ext>
              </a:extLst>
            </p:cNvPr>
            <p:cNvSpPr/>
            <p:nvPr/>
          </p:nvSpPr>
          <p:spPr>
            <a:xfrm>
              <a:off x="8932807" y="806365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Freeform 94" descr="##idx_5_13##">
              <a:extLst>
                <a:ext uri="{FF2B5EF4-FFF2-40B4-BE49-F238E27FC236}">
                  <a16:creationId xmlns:a16="http://schemas.microsoft.com/office/drawing/2014/main" id="{10635EC6-30AB-60F6-0EB1-9DD76DAEFC7C}"/>
                </a:ext>
              </a:extLst>
            </p:cNvPr>
            <p:cNvSpPr/>
            <p:nvPr/>
          </p:nvSpPr>
          <p:spPr>
            <a:xfrm>
              <a:off x="10293707" y="806365"/>
              <a:ext cx="1130727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Freeform 96" descr="##idx_5_14##">
              <a:extLst>
                <a:ext uri="{FF2B5EF4-FFF2-40B4-BE49-F238E27FC236}">
                  <a16:creationId xmlns:a16="http://schemas.microsoft.com/office/drawing/2014/main" id="{FBA1CD63-9BDF-AC4E-ADB5-1A5E81DCD370}"/>
                </a:ext>
              </a:extLst>
            </p:cNvPr>
            <p:cNvSpPr/>
            <p:nvPr/>
          </p:nvSpPr>
          <p:spPr>
            <a:xfrm>
              <a:off x="11656576" y="809383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Freeform 97" descr="##idx_5_15##">
              <a:extLst>
                <a:ext uri="{FF2B5EF4-FFF2-40B4-BE49-F238E27FC236}">
                  <a16:creationId xmlns:a16="http://schemas.microsoft.com/office/drawing/2014/main" id="{96E85686-5EEE-4C00-9E42-2E10F0A4F4BB}"/>
                </a:ext>
              </a:extLst>
            </p:cNvPr>
            <p:cNvSpPr/>
            <p:nvPr/>
          </p:nvSpPr>
          <p:spPr>
            <a:xfrm>
              <a:off x="7567976" y="2178092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Freeform 98" descr="##idx_5_16##">
              <a:extLst>
                <a:ext uri="{FF2B5EF4-FFF2-40B4-BE49-F238E27FC236}">
                  <a16:creationId xmlns:a16="http://schemas.microsoft.com/office/drawing/2014/main" id="{0DFA51FA-715D-D5F6-ADFA-8A7C1CFCD91C}"/>
                </a:ext>
              </a:extLst>
            </p:cNvPr>
            <p:cNvSpPr/>
            <p:nvPr/>
          </p:nvSpPr>
          <p:spPr>
            <a:xfrm>
              <a:off x="11656576" y="2181110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Freeform 99" descr="##idx_5_17##">
              <a:extLst>
                <a:ext uri="{FF2B5EF4-FFF2-40B4-BE49-F238E27FC236}">
                  <a16:creationId xmlns:a16="http://schemas.microsoft.com/office/drawing/2014/main" id="{9530DDDF-7BCD-E565-F6F6-159535717A38}"/>
                </a:ext>
              </a:extLst>
            </p:cNvPr>
            <p:cNvSpPr/>
            <p:nvPr/>
          </p:nvSpPr>
          <p:spPr>
            <a:xfrm>
              <a:off x="6203145" y="3549819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Freeform 100" descr="##idx_5_18##">
              <a:extLst>
                <a:ext uri="{FF2B5EF4-FFF2-40B4-BE49-F238E27FC236}">
                  <a16:creationId xmlns:a16="http://schemas.microsoft.com/office/drawing/2014/main" id="{187FFB5F-945D-B867-23CB-64B21BCB9819}"/>
                </a:ext>
              </a:extLst>
            </p:cNvPr>
            <p:cNvSpPr/>
            <p:nvPr/>
          </p:nvSpPr>
          <p:spPr>
            <a:xfrm>
              <a:off x="7567976" y="3549819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Freeform 101" descr="##idx_5_19##">
              <a:extLst>
                <a:ext uri="{FF2B5EF4-FFF2-40B4-BE49-F238E27FC236}">
                  <a16:creationId xmlns:a16="http://schemas.microsoft.com/office/drawing/2014/main" id="{840806F9-6283-213D-8C4F-F696BA0B582A}"/>
                </a:ext>
              </a:extLst>
            </p:cNvPr>
            <p:cNvSpPr/>
            <p:nvPr/>
          </p:nvSpPr>
          <p:spPr>
            <a:xfrm>
              <a:off x="10293707" y="3549819"/>
              <a:ext cx="1130727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Freeform 102" descr="##idx_5_20##">
              <a:extLst>
                <a:ext uri="{FF2B5EF4-FFF2-40B4-BE49-F238E27FC236}">
                  <a16:creationId xmlns:a16="http://schemas.microsoft.com/office/drawing/2014/main" id="{F9145933-4152-B324-2156-327A83E07333}"/>
                </a:ext>
              </a:extLst>
            </p:cNvPr>
            <p:cNvSpPr/>
            <p:nvPr/>
          </p:nvSpPr>
          <p:spPr>
            <a:xfrm>
              <a:off x="11656576" y="3552837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Freeform 103" descr="##idx_5_21##">
              <a:extLst>
                <a:ext uri="{FF2B5EF4-FFF2-40B4-BE49-F238E27FC236}">
                  <a16:creationId xmlns:a16="http://schemas.microsoft.com/office/drawing/2014/main" id="{76BE702A-BFD7-269C-7088-FFC23330F221}"/>
                </a:ext>
              </a:extLst>
            </p:cNvPr>
            <p:cNvSpPr/>
            <p:nvPr/>
          </p:nvSpPr>
          <p:spPr>
            <a:xfrm>
              <a:off x="8932807" y="4921546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Freeform 104" descr="##idx_5_22##">
              <a:extLst>
                <a:ext uri="{FF2B5EF4-FFF2-40B4-BE49-F238E27FC236}">
                  <a16:creationId xmlns:a16="http://schemas.microsoft.com/office/drawing/2014/main" id="{A4D518EA-7E6B-B001-730B-FE4A49782168}"/>
                </a:ext>
              </a:extLst>
            </p:cNvPr>
            <p:cNvSpPr/>
            <p:nvPr/>
          </p:nvSpPr>
          <p:spPr>
            <a:xfrm>
              <a:off x="7568040" y="6293274"/>
              <a:ext cx="1130598" cy="564727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Freeform 105" descr="##idx_5_23##">
              <a:extLst>
                <a:ext uri="{FF2B5EF4-FFF2-40B4-BE49-F238E27FC236}">
                  <a16:creationId xmlns:a16="http://schemas.microsoft.com/office/drawing/2014/main" id="{347CC6B8-F98C-9F93-360B-8CA3C53A04EF}"/>
                </a:ext>
              </a:extLst>
            </p:cNvPr>
            <p:cNvSpPr/>
            <p:nvPr/>
          </p:nvSpPr>
          <p:spPr>
            <a:xfrm>
              <a:off x="10293771" y="6293274"/>
              <a:ext cx="1130598" cy="564727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Freeform 106" descr="##idx_5_24##">
              <a:extLst>
                <a:ext uri="{FF2B5EF4-FFF2-40B4-BE49-F238E27FC236}">
                  <a16:creationId xmlns:a16="http://schemas.microsoft.com/office/drawing/2014/main" id="{11887323-329A-E98F-1472-AE89733C5D1B}"/>
                </a:ext>
              </a:extLst>
            </p:cNvPr>
            <p:cNvSpPr/>
            <p:nvPr/>
          </p:nvSpPr>
          <p:spPr>
            <a:xfrm>
              <a:off x="11656640" y="6295916"/>
              <a:ext cx="535361" cy="56208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1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##idx_1##">
            <a:extLst>
              <a:ext uri="{FF2B5EF4-FFF2-40B4-BE49-F238E27FC236}">
                <a16:creationId xmlns:a16="http://schemas.microsoft.com/office/drawing/2014/main" id="{C9D1499B-C315-1490-C7ED-749AC6B4F84A}"/>
              </a:ext>
            </a:extLst>
          </p:cNvPr>
          <p:cNvSpPr txBox="1"/>
          <p:nvPr/>
        </p:nvSpPr>
        <p:spPr>
          <a:xfrm>
            <a:off x="565150" y="770890"/>
            <a:ext cx="7335835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3" name="Content Placeholder 2" descr="##idx_2##">
            <a:extLst>
              <a:ext uri="{FF2B5EF4-FFF2-40B4-BE49-F238E27FC236}">
                <a16:creationId xmlns:a16="http://schemas.microsoft.com/office/drawing/2014/main" id="{B71C09A6-C433-4963-0D85-E3969F5780EA}"/>
              </a:ext>
            </a:extLst>
          </p:cNvPr>
          <p:cNvSpPr txBox="1"/>
          <p:nvPr/>
        </p:nvSpPr>
        <p:spPr>
          <a:xfrm>
            <a:off x="565150" y="2160016"/>
            <a:ext cx="7335835" cy="15696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보이스피싱이란</a:t>
            </a:r>
            <a:r>
              <a:rPr lang="en-US" altLang="ko-KR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?</a:t>
            </a:r>
          </a:p>
          <a:p>
            <a:r>
              <a:rPr lang="ko-KR" altLang="en-US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보이스피싱 수법</a:t>
            </a:r>
          </a:p>
          <a:p>
            <a:r>
              <a:rPr lang="ko-KR" altLang="en-US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당했다면</a:t>
            </a:r>
            <a:r>
              <a:rPr lang="en-US" altLang="ko-KR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?</a:t>
            </a:r>
          </a:p>
          <a:p>
            <a:r>
              <a:rPr lang="ko-KR" altLang="en-US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요약 정리</a:t>
            </a:r>
          </a:p>
        </p:txBody>
      </p:sp>
    </p:spTree>
    <p:extLst>
      <p:ext uri="{BB962C8B-B14F-4D97-AF65-F5344CB8AC3E}">
        <p14:creationId xmlns:p14="http://schemas.microsoft.com/office/powerpoint/2010/main" val="345386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7EE13A1E-0931-7FDA-C5A0-B1FEF09313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EFDFFD67-8920-0A20-E922-BA07C9BE72AB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보이스피싱이란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?</a:t>
            </a:r>
            <a:endParaRPr lang="ko-KR" altLang="en-US" sz="40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Content Placeholder 2" descr="##idx_3##">
            <a:extLst>
              <a:ext uri="{FF2B5EF4-FFF2-40B4-BE49-F238E27FC236}">
                <a16:creationId xmlns:a16="http://schemas.microsoft.com/office/drawing/2014/main" id="{75352679-4CCA-1857-CAD4-E9E4DEF5B043}"/>
              </a:ext>
            </a:extLst>
          </p:cNvPr>
          <p:cNvSpPr txBox="1"/>
          <p:nvPr/>
        </p:nvSpPr>
        <p:spPr>
          <a:xfrm>
            <a:off x="565150" y="2160016"/>
            <a:ext cx="10130224" cy="8309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 sz="2400">
              <a:solidFill>
                <a:srgbClr val="000000"/>
              </a:solidFill>
              <a:latin typeface="Malgun Gothic Semilight" panose="020B0502040204020203" pitchFamily="50" charset="-127"/>
            </a:endParaRPr>
          </a:p>
          <a:p>
            <a:endParaRPr lang="ko-KR" altLang="en-US" sz="2400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8F4EA19D-963D-9D34-B62D-5427B0436335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2554E315-C32B-3375-3BB7-4C00CA190AA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5B22E897-9107-FAA8-69B4-6715106C0082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E0EE4D29-3E63-C4FD-B281-063EBB239F8A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4F70C922-51BA-26BD-4102-B2D9D8144EF6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940E8162-12DA-C04B-B806-0723B774E2A5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6E78E12B-B3D5-B1A7-0A75-E34AE38A9BFA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A75B5CDC-6365-379A-50C6-8BDA700416B3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3" descr="##idx_6##">
            <a:extLst>
              <a:ext uri="{FF2B5EF4-FFF2-40B4-BE49-F238E27FC236}">
                <a16:creationId xmlns:a16="http://schemas.microsoft.com/office/drawing/2014/main" id="{D7C8F447-13BF-A7B6-5B25-EB020082AFFA}"/>
              </a:ext>
            </a:extLst>
          </p:cNvPr>
          <p:cNvSpPr txBox="1"/>
          <p:nvPr/>
        </p:nvSpPr>
        <p:spPr>
          <a:xfrm>
            <a:off x="925286" y="1709263"/>
            <a:ext cx="6542314" cy="120032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Malgun Gothic Semilight" panose="020B0502040204020203" pitchFamily="50" charset="-127"/>
              </a:rPr>
              <a:t>https://youtu.be/XtvuBDQ18AM</a:t>
            </a:r>
          </a:p>
          <a:p>
            <a:endParaRPr lang="en-US" altLang="ko-KR">
              <a:solidFill>
                <a:srgbClr val="000000"/>
              </a:solidFill>
              <a:latin typeface="Malgun Gothic Semilight" panose="020B0502040204020203" pitchFamily="50" charset="-127"/>
            </a:endParaRPr>
          </a:p>
          <a:p>
            <a:endParaRPr lang="en-US" altLang="ko-KR">
              <a:solidFill>
                <a:srgbClr val="000000"/>
              </a:solidFill>
              <a:latin typeface="Malgun Gothic Semilight" panose="020B0502040204020203" pitchFamily="50" charset="-127"/>
            </a:endParaRPr>
          </a:p>
          <a:p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sp>
        <p:nvSpPr>
          <p:cNvPr id="14" name="그림 5" descr="##idx_7##">
            <a:extLst>
              <a:ext uri="{FF2B5EF4-FFF2-40B4-BE49-F238E27FC236}">
                <a16:creationId xmlns:a16="http://schemas.microsoft.com/office/drawing/2014/main" id="{247007CB-3E17-E26F-4CA4-4387FF6AD110}"/>
              </a:ext>
            </a:extLst>
          </p:cNvPr>
          <p:cNvSpPr/>
          <p:nvPr/>
        </p:nvSpPr>
        <p:spPr>
          <a:xfrm>
            <a:off x="699752" y="2546817"/>
            <a:ext cx="5543870" cy="3352759"/>
          </a:xfrm>
          <a:prstGeom prst="can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2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BCEA762E-2C4A-1D98-3CF4-C9F9BD1589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637A2B1A-79F1-E5C1-35B9-DCE4E6DEFB38}"/>
              </a:ext>
            </a:extLst>
          </p:cNvPr>
          <p:cNvSpPr txBox="1"/>
          <p:nvPr/>
        </p:nvSpPr>
        <p:spPr>
          <a:xfrm>
            <a:off x="565150" y="770890"/>
            <a:ext cx="9198761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보이스피싱이란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?</a:t>
            </a:r>
            <a:endParaRPr lang="ko-KR" altLang="en-US" sz="40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Content Placeholder 2" descr="##idx_3##">
            <a:extLst>
              <a:ext uri="{FF2B5EF4-FFF2-40B4-BE49-F238E27FC236}">
                <a16:creationId xmlns:a16="http://schemas.microsoft.com/office/drawing/2014/main" id="{9FCA6F95-4C0C-0723-235B-450A2EAC6FDD}"/>
              </a:ext>
            </a:extLst>
          </p:cNvPr>
          <p:cNvSpPr txBox="1"/>
          <p:nvPr/>
        </p:nvSpPr>
        <p:spPr>
          <a:xfrm>
            <a:off x="565150" y="2160016"/>
            <a:ext cx="9198761" cy="181588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각종 전기통신을 이용하여</a:t>
            </a:r>
            <a:r>
              <a:rPr lang="en-US" altLang="ko-KR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, </a:t>
            </a:r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개인정보를 탈취</a:t>
            </a:r>
          </a:p>
          <a:p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탈취한 정보를 이용하여 피해자의 금전</a:t>
            </a:r>
            <a:r>
              <a:rPr lang="en-US" altLang="ko-KR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(</a:t>
            </a:r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통장</a:t>
            </a:r>
            <a:r>
              <a:rPr lang="en-US" altLang="ko-KR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, </a:t>
            </a:r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잔액</a:t>
            </a:r>
            <a:r>
              <a:rPr lang="en-US" altLang="ko-KR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)</a:t>
            </a:r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을 갈취하는 금융사기 범죄</a:t>
            </a:r>
          </a:p>
          <a:p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피해자가 본인도 모르는 사이 범죄에 연류됨</a:t>
            </a:r>
          </a:p>
        </p:txBody>
      </p:sp>
      <p:sp>
        <p:nvSpPr>
          <p:cNvPr id="5" name="Straight Connector 9" descr="##idx_4##">
            <a:extLst>
              <a:ext uri="{FF2B5EF4-FFF2-40B4-BE49-F238E27FC236}">
                <a16:creationId xmlns:a16="http://schemas.microsoft.com/office/drawing/2014/main" id="{3D770DBF-104D-C992-323F-4F60E236A282}"/>
              </a:ext>
            </a:extLst>
          </p:cNvPr>
          <p:cNvSpPr/>
          <p:nvPr/>
        </p:nvSpPr>
        <p:spPr>
          <a:xfrm>
            <a:off x="565150" y="6087110"/>
            <a:ext cx="919876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Group 11" descr="##idx_5##">
            <a:extLst>
              <a:ext uri="{FF2B5EF4-FFF2-40B4-BE49-F238E27FC236}">
                <a16:creationId xmlns:a16="http://schemas.microsoft.com/office/drawing/2014/main" id="{F080619E-414C-3405-1ACD-A905AA451248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6" name="Oval 12" descr="##idx_5_1##">
              <a:extLst>
                <a:ext uri="{FF2B5EF4-FFF2-40B4-BE49-F238E27FC236}">
                  <a16:creationId xmlns:a16="http://schemas.microsoft.com/office/drawing/2014/main" id="{A1516C11-86CD-6D46-98DC-F0F9CA61B8EB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24" descr="##idx_5_2##">
              <a:extLst>
                <a:ext uri="{FF2B5EF4-FFF2-40B4-BE49-F238E27FC236}">
                  <a16:creationId xmlns:a16="http://schemas.microsoft.com/office/drawing/2014/main" id="{6D86EACA-C7C2-0197-E53E-8A8A68A118C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25" descr="##idx_5_3##">
              <a:extLst>
                <a:ext uri="{FF2B5EF4-FFF2-40B4-BE49-F238E27FC236}">
                  <a16:creationId xmlns:a16="http://schemas.microsoft.com/office/drawing/2014/main" id="{307B03B0-BFBF-F447-7D63-20D9466143FB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26" descr="##idx_5_4##">
              <a:extLst>
                <a:ext uri="{FF2B5EF4-FFF2-40B4-BE49-F238E27FC236}">
                  <a16:creationId xmlns:a16="http://schemas.microsoft.com/office/drawing/2014/main" id="{4EEC04DF-BA55-04B3-C872-C01F78E57AFE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27" descr="##idx_5_5##">
              <a:extLst>
                <a:ext uri="{FF2B5EF4-FFF2-40B4-BE49-F238E27FC236}">
                  <a16:creationId xmlns:a16="http://schemas.microsoft.com/office/drawing/2014/main" id="{F0EFAF5F-B2D9-BAE3-DA42-942024B3FF33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Freeform 28" descr="##idx_5_6##">
              <a:extLst>
                <a:ext uri="{FF2B5EF4-FFF2-40B4-BE49-F238E27FC236}">
                  <a16:creationId xmlns:a16="http://schemas.microsoft.com/office/drawing/2014/main" id="{09274820-5555-0B1B-A4E1-3E7E2685BE00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Freeform 29" descr="##idx_5_7##">
              <a:extLst>
                <a:ext uri="{FF2B5EF4-FFF2-40B4-BE49-F238E27FC236}">
                  <a16:creationId xmlns:a16="http://schemas.microsoft.com/office/drawing/2014/main" id="{6C80366B-818B-5123-BF64-7D3C823E6D5E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1076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##idx_1##">
            <a:extLst>
              <a:ext uri="{FF2B5EF4-FFF2-40B4-BE49-F238E27FC236}">
                <a16:creationId xmlns:a16="http://schemas.microsoft.com/office/drawing/2014/main" id="{0D474083-C7BC-A7B4-7D1D-E95ED13517E2}"/>
              </a:ext>
            </a:extLst>
          </p:cNvPr>
          <p:cNvSpPr txBox="1"/>
          <p:nvPr/>
        </p:nvSpPr>
        <p:spPr>
          <a:xfrm>
            <a:off x="565150" y="770890"/>
            <a:ext cx="7335835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 수법 </a:t>
            </a:r>
          </a:p>
        </p:txBody>
      </p:sp>
      <p:sp>
        <p:nvSpPr>
          <p:cNvPr id="3" name="Content Placeholder 2" descr="##idx_2##">
            <a:extLst>
              <a:ext uri="{FF2B5EF4-FFF2-40B4-BE49-F238E27FC236}">
                <a16:creationId xmlns:a16="http://schemas.microsoft.com/office/drawing/2014/main" id="{80D64BA2-092A-2740-7554-47C53A582305}"/>
              </a:ext>
            </a:extLst>
          </p:cNvPr>
          <p:cNvSpPr txBox="1"/>
          <p:nvPr/>
        </p:nvSpPr>
        <p:spPr>
          <a:xfrm>
            <a:off x="565150" y="2160016"/>
            <a:ext cx="7335835" cy="255454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자녀 사칭</a:t>
            </a:r>
          </a:p>
          <a:p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정부기관 사칭</a:t>
            </a:r>
          </a:p>
          <a:p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대출사기 문자</a:t>
            </a:r>
          </a:p>
          <a:p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스미싱</a:t>
            </a:r>
          </a:p>
          <a:p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원격조정 어플</a:t>
            </a:r>
            <a:r>
              <a:rPr lang="en-US" altLang="ko-KR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(</a:t>
            </a:r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앱</a:t>
            </a:r>
            <a:r>
              <a:rPr lang="en-US" altLang="ko-KR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)</a:t>
            </a:r>
            <a:endParaRPr lang="ko-KR" altLang="en-US" sz="3200" b="1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480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 descr="##idx_1##">
            <a:extLst>
              <a:ext uri="{FF2B5EF4-FFF2-40B4-BE49-F238E27FC236}">
                <a16:creationId xmlns:a16="http://schemas.microsoft.com/office/drawing/2014/main" id="{8DCBE372-052A-3C90-BD04-0C6B90AEF0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43B58BEA-61AA-C871-D87B-F662B91ABD7C}"/>
              </a:ext>
            </a:extLst>
          </p:cNvPr>
          <p:cNvSpPr txBox="1"/>
          <p:nvPr/>
        </p:nvSpPr>
        <p:spPr>
          <a:xfrm>
            <a:off x="565150" y="770889"/>
            <a:ext cx="4541445" cy="13234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 수법</a:t>
            </a:r>
            <a:b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자녀사칭 </a:t>
            </a:r>
          </a:p>
        </p:txBody>
      </p:sp>
      <p:sp>
        <p:nvSpPr>
          <p:cNvPr id="4" name="TextBox 9" descr="##idx_3##">
            <a:extLst>
              <a:ext uri="{FF2B5EF4-FFF2-40B4-BE49-F238E27FC236}">
                <a16:creationId xmlns:a16="http://schemas.microsoft.com/office/drawing/2014/main" id="{FB6C6279-4A8B-FED9-8635-9D2D2979D91E}"/>
              </a:ext>
            </a:extLst>
          </p:cNvPr>
          <p:cNvSpPr txBox="1"/>
          <p:nvPr/>
        </p:nvSpPr>
        <p:spPr>
          <a:xfrm>
            <a:off x="6155706" y="817197"/>
            <a:ext cx="5457725" cy="14773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이체 부탁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신분증 사본 요청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문화상품권 구매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편의점 기프트카드</a:t>
            </a:r>
          </a:p>
          <a:p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grpSp>
        <p:nvGrpSpPr>
          <p:cNvPr id="9" name="Group 17" descr="##idx_4##">
            <a:extLst>
              <a:ext uri="{FF2B5EF4-FFF2-40B4-BE49-F238E27FC236}">
                <a16:creationId xmlns:a16="http://schemas.microsoft.com/office/drawing/2014/main" id="{F54432A2-C2FA-7803-FCA6-BFAF63EC1AF3}"/>
              </a:ext>
            </a:extLst>
          </p:cNvPr>
          <p:cNvGrpSpPr/>
          <p:nvPr/>
        </p:nvGrpSpPr>
        <p:grpSpPr>
          <a:xfrm>
            <a:off x="10290315" y="0"/>
            <a:ext cx="1901687" cy="4677439"/>
            <a:chOff x="10290315" y="0"/>
            <a:chExt cx="1901687" cy="4677439"/>
          </a:xfrm>
        </p:grpSpPr>
        <p:sp>
          <p:nvSpPr>
            <p:cNvPr id="5" name="Freeform 53" descr="##idx_4_1##">
              <a:extLst>
                <a:ext uri="{FF2B5EF4-FFF2-40B4-BE49-F238E27FC236}">
                  <a16:creationId xmlns:a16="http://schemas.microsoft.com/office/drawing/2014/main" id="{6EF7AA0C-73E3-3984-63B3-BC9A14712C13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55" descr="##idx_4_2##">
              <a:extLst>
                <a:ext uri="{FF2B5EF4-FFF2-40B4-BE49-F238E27FC236}">
                  <a16:creationId xmlns:a16="http://schemas.microsoft.com/office/drawing/2014/main" id="{1702BAE9-B33A-9D70-7A3D-617EE848299E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57" descr="##idx_4_3##">
              <a:extLst>
                <a:ext uri="{FF2B5EF4-FFF2-40B4-BE49-F238E27FC236}">
                  <a16:creationId xmlns:a16="http://schemas.microsoft.com/office/drawing/2014/main" id="{65C831FC-A9DB-A9CB-4EA1-F9CA8C7AF38D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58" descr="##idx_4_4##">
              <a:extLst>
                <a:ext uri="{FF2B5EF4-FFF2-40B4-BE49-F238E27FC236}">
                  <a16:creationId xmlns:a16="http://schemas.microsoft.com/office/drawing/2014/main" id="{804B8251-B132-F965-2CE0-D1293C24E87C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Straight Connector 23" descr="##idx_5##">
            <a:extLst>
              <a:ext uri="{FF2B5EF4-FFF2-40B4-BE49-F238E27FC236}">
                <a16:creationId xmlns:a16="http://schemas.microsoft.com/office/drawing/2014/main" id="{B3362D6C-5EBA-CB08-5E60-5C0AEFB884AE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그림 12" descr="##idx_6##">
            <a:extLst>
              <a:ext uri="{FF2B5EF4-FFF2-40B4-BE49-F238E27FC236}">
                <a16:creationId xmlns:a16="http://schemas.microsoft.com/office/drawing/2014/main" id="{E82112CD-5C94-7AAE-3011-A9E30E95A7BB}"/>
              </a:ext>
            </a:extLst>
          </p:cNvPr>
          <p:cNvSpPr/>
          <p:nvPr/>
        </p:nvSpPr>
        <p:spPr>
          <a:xfrm>
            <a:off x="8554382" y="2138334"/>
            <a:ext cx="2798094" cy="4350124"/>
          </a:xfrm>
          <a:prstGeom prst="can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그림 9" descr="##idx_7##">
            <a:extLst>
              <a:ext uri="{FF2B5EF4-FFF2-40B4-BE49-F238E27FC236}">
                <a16:creationId xmlns:a16="http://schemas.microsoft.com/office/drawing/2014/main" id="{F92E2D62-41D5-4569-2BE7-00C7532831EE}"/>
              </a:ext>
            </a:extLst>
          </p:cNvPr>
          <p:cNvSpPr txBox="1"/>
          <p:nvPr/>
        </p:nvSpPr>
        <p:spPr>
          <a:xfrm>
            <a:off x="569701" y="2133577"/>
            <a:ext cx="2853604" cy="44442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/>
          </a:p>
        </p:txBody>
      </p:sp>
      <p:sp>
        <p:nvSpPr>
          <p:cNvPr id="13" name="그림 4" descr="##idx_8##">
            <a:extLst>
              <a:ext uri="{FF2B5EF4-FFF2-40B4-BE49-F238E27FC236}">
                <a16:creationId xmlns:a16="http://schemas.microsoft.com/office/drawing/2014/main" id="{A65BF4E6-05B4-1755-5A8F-A77989B7AA3B}"/>
              </a:ext>
            </a:extLst>
          </p:cNvPr>
          <p:cNvSpPr/>
          <p:nvPr/>
        </p:nvSpPr>
        <p:spPr>
          <a:xfrm>
            <a:off x="3790594" y="2133576"/>
            <a:ext cx="2648482" cy="4444289"/>
          </a:xfrm>
          <a:prstGeom prst="can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ound Diagonal Corner Rectangle 13" descr="##idx_9##">
            <a:extLst>
              <a:ext uri="{FF2B5EF4-FFF2-40B4-BE49-F238E27FC236}">
                <a16:creationId xmlns:a16="http://schemas.microsoft.com/office/drawing/2014/main" id="{6750AF8A-81FC-A2AB-D7A5-5590ADDBA307}"/>
              </a:ext>
            </a:extLst>
          </p:cNvPr>
          <p:cNvSpPr/>
          <p:nvPr/>
        </p:nvSpPr>
        <p:spPr>
          <a:xfrm rot="21000000">
            <a:off x="56738" y="2620673"/>
            <a:ext cx="11836882" cy="2460402"/>
          </a:xfrm>
          <a:prstGeom prst="round2DiagRect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자녀에게 전화 먼저하기</a:t>
            </a:r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!!!!!!!!</a:t>
            </a:r>
            <a:endParaRPr lang="ko-KR" altLang="en-US" sz="6600" b="1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8430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C84A1C8B-030C-E6DB-6653-D75554B026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FFFFFF"/>
                </a:solidFill>
                <a:latin typeface="Malgun Gothic Semilight" panose="020B0502040204020203" pitchFamily="50" charset="-127"/>
              </a:rPr>
              <a:t>https://youtu.be/FbLav4Rmfdg?t=343</a:t>
            </a:r>
            <a:endParaRPr lang="ko-KR" altLang="en-US">
              <a:solidFill>
                <a:srgbClr val="FFFFFF"/>
              </a:solidFill>
              <a:latin typeface="Malgun Gothic Semilight" panose="020B0502040204020203" pitchFamily="50" charset="-127"/>
            </a:endParaRPr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068F4206-9326-3B6A-11ED-84B236F608E9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 수법 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정부기관 사칭</a:t>
            </a:r>
          </a:p>
        </p:txBody>
      </p:sp>
      <p:sp>
        <p:nvSpPr>
          <p:cNvPr id="4" name="Content Placeholder 2" descr="##idx_3##">
            <a:extLst>
              <a:ext uri="{FF2B5EF4-FFF2-40B4-BE49-F238E27FC236}">
                <a16:creationId xmlns:a16="http://schemas.microsoft.com/office/drawing/2014/main" id="{FC6A6C37-F38A-FA83-8C82-751EF0CE6344}"/>
              </a:ext>
            </a:extLst>
          </p:cNvPr>
          <p:cNvSpPr txBox="1"/>
          <p:nvPr/>
        </p:nvSpPr>
        <p:spPr>
          <a:xfrm>
            <a:off x="565150" y="2160016"/>
            <a:ext cx="10130224" cy="46166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 sz="2400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20BC7EF7-BC03-C438-DD71-12C50520B184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97CCBD8A-4E1B-8A6D-0322-BCDAB1A865D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32321899-493B-F220-B3BD-CEA6F679F5C8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11740015-D3F2-9824-07DA-3270FDF0AF15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E6B360CC-46AB-FD6C-2BE9-04C08C946852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0A4F1C7D-C999-606F-8DA2-9E073A8D5687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62D14370-A11C-9D68-AF85-7019C2701E3D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20CC535B-F241-FF02-07C6-2EB4453CD511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그림 4" descr="##idx_6##">
            <a:extLst>
              <a:ext uri="{FF2B5EF4-FFF2-40B4-BE49-F238E27FC236}">
                <a16:creationId xmlns:a16="http://schemas.microsoft.com/office/drawing/2014/main" id="{7C0E118F-7CC8-4718-28DE-38691AA740FD}"/>
              </a:ext>
            </a:extLst>
          </p:cNvPr>
          <p:cNvSpPr/>
          <p:nvPr/>
        </p:nvSpPr>
        <p:spPr>
          <a:xfrm>
            <a:off x="757517" y="2164416"/>
            <a:ext cx="6713904" cy="3773019"/>
          </a:xfrm>
          <a:prstGeom prst="can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4" descr="##idx_7##">
            <a:extLst>
              <a:ext uri="{FF2B5EF4-FFF2-40B4-BE49-F238E27FC236}">
                <a16:creationId xmlns:a16="http://schemas.microsoft.com/office/drawing/2014/main" id="{F0C51E9F-F718-C0CE-BCEB-618476C0F140}"/>
              </a:ext>
            </a:extLst>
          </p:cNvPr>
          <p:cNvSpPr txBox="1"/>
          <p:nvPr/>
        </p:nvSpPr>
        <p:spPr>
          <a:xfrm>
            <a:off x="757518" y="1766048"/>
            <a:ext cx="4255994" cy="64633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Malgun Gothic Semilight" panose="020B0502040204020203" pitchFamily="50" charset="-127"/>
              </a:rPr>
              <a:t>https://youtu.be/FbLav4Rmfdg?t=343</a:t>
            </a:r>
          </a:p>
          <a:p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sp>
        <p:nvSpPr>
          <p:cNvPr id="15" name="Round Diagonal Corner Rectangle 8" descr="##idx_8##">
            <a:extLst>
              <a:ext uri="{FF2B5EF4-FFF2-40B4-BE49-F238E27FC236}">
                <a16:creationId xmlns:a16="http://schemas.microsoft.com/office/drawing/2014/main" id="{28837F3E-226E-8B81-6D1C-53986F184FF6}"/>
              </a:ext>
            </a:extLst>
          </p:cNvPr>
          <p:cNvSpPr/>
          <p:nvPr/>
        </p:nvSpPr>
        <p:spPr>
          <a:xfrm rot="21000000">
            <a:off x="56738" y="2620673"/>
            <a:ext cx="11836882" cy="2460402"/>
          </a:xfrm>
          <a:prstGeom prst="round2DiagRect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전화로 수사 안함</a:t>
            </a:r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!!!!!!!!!!!!</a:t>
            </a:r>
            <a:endParaRPr lang="ko-KR" altLang="en-US" sz="6600" b="1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1613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0079311D-55E1-A1E1-00C0-609945D183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9D4C5321-E1EC-A577-DFF1-0F2C7B10CD46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 수법 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대출 사기 문자 </a:t>
            </a:r>
          </a:p>
        </p:txBody>
      </p:sp>
      <p:sp>
        <p:nvSpPr>
          <p:cNvPr id="4" name="그림 4" descr="##idx_3##">
            <a:extLst>
              <a:ext uri="{FF2B5EF4-FFF2-40B4-BE49-F238E27FC236}">
                <a16:creationId xmlns:a16="http://schemas.microsoft.com/office/drawing/2014/main" id="{D15359BC-0C14-7C8F-6274-54372D807D6D}"/>
              </a:ext>
            </a:extLst>
          </p:cNvPr>
          <p:cNvSpPr txBox="1"/>
          <p:nvPr/>
        </p:nvSpPr>
        <p:spPr>
          <a:xfrm>
            <a:off x="1101079" y="1689369"/>
            <a:ext cx="5890801" cy="439682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/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975214B2-B1E4-6B5D-5CB1-F4623F30042C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3C8B884A-06E4-59AE-0C8B-8084D357DA1A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61D879D6-03F6-D1BA-1307-DAC506C646F0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B5197469-BEFD-8C40-30AF-D4BC6381C4E1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DA775A4A-CE11-0A77-9592-BB610E367BA8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4D40E4CB-AE53-64B7-2F73-122B7A65C341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533FC70C-AB29-39FB-E3A3-C2E6BED786B2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1352DDF1-5AE3-20B9-92DE-CE0BF0C22B8E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4" descr="##idx_6##">
            <a:extLst>
              <a:ext uri="{FF2B5EF4-FFF2-40B4-BE49-F238E27FC236}">
                <a16:creationId xmlns:a16="http://schemas.microsoft.com/office/drawing/2014/main" id="{76163522-A264-9131-7639-A4CEBCDD410A}"/>
              </a:ext>
            </a:extLst>
          </p:cNvPr>
          <p:cNvSpPr txBox="1"/>
          <p:nvPr/>
        </p:nvSpPr>
        <p:spPr>
          <a:xfrm>
            <a:off x="5195047" y="6147547"/>
            <a:ext cx="6541994" cy="3693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Malgun Gothic Semilight" panose="020B0502040204020203" pitchFamily="50" charset="-127"/>
              </a:rPr>
              <a:t>https://www.asiatoday.co.kr/view.php?key=20210805010003301</a:t>
            </a:r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sp>
        <p:nvSpPr>
          <p:cNvPr id="14" name="Rectangle 6" descr="##idx_7##">
            <a:extLst>
              <a:ext uri="{FF2B5EF4-FFF2-40B4-BE49-F238E27FC236}">
                <a16:creationId xmlns:a16="http://schemas.microsoft.com/office/drawing/2014/main" id="{ADC1B802-1657-A829-F1C2-70E345FE2ABF}"/>
              </a:ext>
            </a:extLst>
          </p:cNvPr>
          <p:cNvSpPr/>
          <p:nvPr/>
        </p:nvSpPr>
        <p:spPr>
          <a:xfrm>
            <a:off x="1470771" y="1689286"/>
            <a:ext cx="2431675" cy="717177"/>
          </a:xfrm>
          <a:prstGeom prst="rect">
            <a:avLst/>
          </a:prstGeom>
          <a:solidFill>
            <a:srgbClr val="FFFFFF">
              <a:alpha val="0"/>
            </a:srgbClr>
          </a:solidFill>
          <a:ln w="571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8" descr="##idx_8##">
            <a:extLst>
              <a:ext uri="{FF2B5EF4-FFF2-40B4-BE49-F238E27FC236}">
                <a16:creationId xmlns:a16="http://schemas.microsoft.com/office/drawing/2014/main" id="{208270C6-359C-FE67-9CA3-782680F07A25}"/>
              </a:ext>
            </a:extLst>
          </p:cNvPr>
          <p:cNvSpPr/>
          <p:nvPr/>
        </p:nvSpPr>
        <p:spPr>
          <a:xfrm>
            <a:off x="4186067" y="1710751"/>
            <a:ext cx="2431675" cy="717177"/>
          </a:xfrm>
          <a:prstGeom prst="rect">
            <a:avLst/>
          </a:prstGeom>
          <a:solidFill>
            <a:srgbClr val="FFFFFF">
              <a:alpha val="0"/>
            </a:srgbClr>
          </a:solidFill>
          <a:ln w="571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6" descr="##idx_9##">
            <a:extLst>
              <a:ext uri="{FF2B5EF4-FFF2-40B4-BE49-F238E27FC236}">
                <a16:creationId xmlns:a16="http://schemas.microsoft.com/office/drawing/2014/main" id="{3F1EEFBF-AB36-7F8F-CCF8-99411B997A69}"/>
              </a:ext>
            </a:extLst>
          </p:cNvPr>
          <p:cNvSpPr txBox="1"/>
          <p:nvPr/>
        </p:nvSpPr>
        <p:spPr>
          <a:xfrm>
            <a:off x="6949225" y="1770844"/>
            <a:ext cx="4319788" cy="20313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버팀목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소상공인대출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긴급안정자금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신용보증서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보증비율</a:t>
            </a:r>
          </a:p>
          <a:p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  <a:p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sp>
        <p:nvSpPr>
          <p:cNvPr id="17" name="Round Diagonal Corner Rectangle 18" descr="##idx_10##">
            <a:extLst>
              <a:ext uri="{FF2B5EF4-FFF2-40B4-BE49-F238E27FC236}">
                <a16:creationId xmlns:a16="http://schemas.microsoft.com/office/drawing/2014/main" id="{5FEDC6CC-CB5B-EB79-3DEE-4AF80E8F631C}"/>
              </a:ext>
            </a:extLst>
          </p:cNvPr>
          <p:cNvSpPr/>
          <p:nvPr/>
        </p:nvSpPr>
        <p:spPr>
          <a:xfrm rot="21000000">
            <a:off x="56738" y="2620673"/>
            <a:ext cx="11836882" cy="2460402"/>
          </a:xfrm>
          <a:prstGeom prst="round2DiagRect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은행은 대출 문자 안보냄</a:t>
            </a:r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!!!!!!</a:t>
            </a:r>
            <a:endParaRPr lang="ko-KR" altLang="en-US" sz="6600" b="1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7431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D871372E-5B5E-79BC-D554-6F70B9C51B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C8C100A9-2DC3-F12E-17AC-6B0722926879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 수법 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스미싱</a:t>
            </a:r>
          </a:p>
        </p:txBody>
      </p:sp>
      <p:sp>
        <p:nvSpPr>
          <p:cNvPr id="4" name="그림 4" descr="##idx_3##">
            <a:extLst>
              <a:ext uri="{FF2B5EF4-FFF2-40B4-BE49-F238E27FC236}">
                <a16:creationId xmlns:a16="http://schemas.microsoft.com/office/drawing/2014/main" id="{08D15D31-63B9-9C4C-4122-82B744D62597}"/>
              </a:ext>
            </a:extLst>
          </p:cNvPr>
          <p:cNvSpPr txBox="1"/>
          <p:nvPr/>
        </p:nvSpPr>
        <p:spPr>
          <a:xfrm>
            <a:off x="819901" y="1956100"/>
            <a:ext cx="5671200" cy="36012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/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E32F4623-F61C-93A9-83BD-0A7F2C9E65B6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1A41E6CE-9B8C-546A-FDC3-1181076E17BB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2A8A0958-2451-C692-D386-5978A243FFDC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1628CC14-C693-A932-76FD-A9B8E4AC0BEB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066C23A6-332D-9F48-7C5D-74A62B9213DB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A0504233-FE65-CF41-BC1B-E768C48582CC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762F5B9D-A7E0-F697-93CB-D9CED916B0CB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B4F58874-34B6-887F-6E5C-7608A9EE0527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4" descr="##idx_6##">
            <a:extLst>
              <a:ext uri="{FF2B5EF4-FFF2-40B4-BE49-F238E27FC236}">
                <a16:creationId xmlns:a16="http://schemas.microsoft.com/office/drawing/2014/main" id="{12D69C09-50A4-B9EA-1789-50F5765A031D}"/>
              </a:ext>
            </a:extLst>
          </p:cNvPr>
          <p:cNvSpPr txBox="1"/>
          <p:nvPr/>
        </p:nvSpPr>
        <p:spPr>
          <a:xfrm>
            <a:off x="6908978" y="2173310"/>
            <a:ext cx="3930739" cy="175432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무료쿠폰 제공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돌잔치 초대장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택배 사칭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문자 메시지 내 인터넷주소</a:t>
            </a:r>
            <a:r>
              <a:rPr lang="en-US" altLang="ko-KR">
                <a:solidFill>
                  <a:srgbClr val="000000"/>
                </a:solidFill>
                <a:latin typeface="Malgun Gothic Semilight" panose="020B0502040204020203" pitchFamily="50" charset="-127"/>
              </a:rPr>
              <a:t>(url)   </a:t>
            </a:r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클릭 시 악성코드 설치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소액 결제 피해 </a:t>
            </a:r>
            <a:r>
              <a:rPr lang="en-US" altLang="ko-KR">
                <a:solidFill>
                  <a:srgbClr val="000000"/>
                </a:solidFill>
                <a:latin typeface="Malgun Gothic Semilight" panose="020B0502040204020203" pitchFamily="50" charset="-127"/>
              </a:rPr>
              <a:t>/</a:t>
            </a:r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개인 정보 탈취</a:t>
            </a:r>
          </a:p>
        </p:txBody>
      </p:sp>
      <p:sp>
        <p:nvSpPr>
          <p:cNvPr id="14" name="Round Diagonal Corner Rectangle 6" descr="##idx_7##">
            <a:extLst>
              <a:ext uri="{FF2B5EF4-FFF2-40B4-BE49-F238E27FC236}">
                <a16:creationId xmlns:a16="http://schemas.microsoft.com/office/drawing/2014/main" id="{D0C316BE-D532-E63C-6369-C30B667200BF}"/>
              </a:ext>
            </a:extLst>
          </p:cNvPr>
          <p:cNvSpPr/>
          <p:nvPr/>
        </p:nvSpPr>
        <p:spPr>
          <a:xfrm rot="21000000">
            <a:off x="1065583" y="1933800"/>
            <a:ext cx="11836882" cy="2460402"/>
          </a:xfrm>
          <a:prstGeom prst="round2DiagRect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URL </a:t>
            </a:r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클릭 금지 </a:t>
            </a:r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!!!!!!!!!!!!</a:t>
            </a:r>
            <a:endParaRPr lang="ko-KR" altLang="en-US" sz="6600" b="1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Rectangle 8" descr="##idx_8##">
            <a:extLst>
              <a:ext uri="{FF2B5EF4-FFF2-40B4-BE49-F238E27FC236}">
                <a16:creationId xmlns:a16="http://schemas.microsoft.com/office/drawing/2014/main" id="{CDF044A9-8AF5-B3EB-DD0C-4B5A986F89E0}"/>
              </a:ext>
            </a:extLst>
          </p:cNvPr>
          <p:cNvSpPr/>
          <p:nvPr/>
        </p:nvSpPr>
        <p:spPr>
          <a:xfrm>
            <a:off x="1904999" y="2795788"/>
            <a:ext cx="1448873" cy="257577"/>
          </a:xfrm>
          <a:prstGeom prst="rect">
            <a:avLst/>
          </a:prstGeom>
          <a:solidFill>
            <a:srgbClr val="FFFFFF">
              <a:alpha val="0"/>
            </a:srgbClr>
          </a:solidFill>
          <a:ln w="571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6" descr="##idx_9##">
            <a:extLst>
              <a:ext uri="{FF2B5EF4-FFF2-40B4-BE49-F238E27FC236}">
                <a16:creationId xmlns:a16="http://schemas.microsoft.com/office/drawing/2014/main" id="{25BF2065-8625-C0DA-D1CD-2292C98CA12A}"/>
              </a:ext>
            </a:extLst>
          </p:cNvPr>
          <p:cNvSpPr/>
          <p:nvPr/>
        </p:nvSpPr>
        <p:spPr>
          <a:xfrm>
            <a:off x="2001590" y="4598830"/>
            <a:ext cx="1395212" cy="193183"/>
          </a:xfrm>
          <a:prstGeom prst="rect">
            <a:avLst/>
          </a:prstGeom>
          <a:solidFill>
            <a:srgbClr val="FFFFFF">
              <a:alpha val="0"/>
            </a:srgbClr>
          </a:solidFill>
          <a:ln w="571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5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34E2C96D-04E9-74E5-15CF-3C0FDDB77B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66A6DDCF-8BB7-A595-188B-D0E235476789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 피싱 수법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원격 조종 어플 </a:t>
            </a:r>
          </a:p>
        </p:txBody>
      </p:sp>
      <p:sp>
        <p:nvSpPr>
          <p:cNvPr id="4" name="Content Placeholder 2" descr="##idx_3##">
            <a:extLst>
              <a:ext uri="{FF2B5EF4-FFF2-40B4-BE49-F238E27FC236}">
                <a16:creationId xmlns:a16="http://schemas.microsoft.com/office/drawing/2014/main" id="{0105ED17-B187-054A-B2D2-B0B8232D2288}"/>
              </a:ext>
            </a:extLst>
          </p:cNvPr>
          <p:cNvSpPr txBox="1"/>
          <p:nvPr/>
        </p:nvSpPr>
        <p:spPr>
          <a:xfrm>
            <a:off x="565150" y="2160016"/>
            <a:ext cx="10130224" cy="19389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자녀 사칭</a:t>
            </a:r>
            <a:r>
              <a:rPr lang="en-US" altLang="ko-KR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/ </a:t>
            </a:r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정부기관 사칭</a:t>
            </a:r>
            <a:r>
              <a:rPr lang="en-US" altLang="ko-KR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/ </a:t>
            </a:r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스미싱 등을 통한 어플리케이션 설치 유도</a:t>
            </a:r>
          </a:p>
          <a:p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신분증 사진 요구</a:t>
            </a:r>
          </a:p>
          <a:p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내 핸드폰을 남이 조종 가능</a:t>
            </a:r>
          </a:p>
          <a:p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오픈뱅킹 </a:t>
            </a:r>
            <a:r>
              <a:rPr lang="en-US" altLang="ko-KR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: </a:t>
            </a:r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한개의 은행 어플에서 모든 은행 계좌 이체 가능</a:t>
            </a:r>
          </a:p>
          <a:p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보험사 대출 </a:t>
            </a:r>
            <a:r>
              <a:rPr lang="en-US" altLang="ko-KR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: </a:t>
            </a:r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본인확인 없이 어플에서 대출 바로 가능</a:t>
            </a:r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BD538449-4453-1E2D-B803-BD4C70263FFD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593D7930-14BB-E1D6-AE92-BF6DEA27124F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7180C61A-C4AF-9454-527C-CF095CE9B407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65CC6AA1-0932-1875-E3B9-D0A6696FD7F6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4A902880-6AB0-BAB0-20FE-F37F25A47EFC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5C608DD4-45C1-DD2A-AC9B-B9892A61DC69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BFACD880-239B-9BE2-19DC-61242294843B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638025F6-1A24-14DA-815C-9535EBE76E73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ound Diagonal Corner Rectangle 16" descr="##idx_6##">
            <a:extLst>
              <a:ext uri="{FF2B5EF4-FFF2-40B4-BE49-F238E27FC236}">
                <a16:creationId xmlns:a16="http://schemas.microsoft.com/office/drawing/2014/main" id="{E7F72A43-1377-F8B6-C2B6-4B2D84296128}"/>
              </a:ext>
            </a:extLst>
          </p:cNvPr>
          <p:cNvSpPr/>
          <p:nvPr/>
        </p:nvSpPr>
        <p:spPr>
          <a:xfrm rot="21000000">
            <a:off x="1881245" y="2770926"/>
            <a:ext cx="11836882" cy="2460402"/>
          </a:xfrm>
          <a:prstGeom prst="round2DiagRect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어플 다운시 주의</a:t>
            </a:r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/ </a:t>
            </a:r>
          </a:p>
          <a:p>
            <a:pPr algn="ctr"/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신분증 절대 사수</a:t>
            </a:r>
          </a:p>
        </p:txBody>
      </p:sp>
    </p:spTree>
    <p:extLst>
      <p:ext uri="{BB962C8B-B14F-4D97-AF65-F5344CB8AC3E}">
        <p14:creationId xmlns:p14="http://schemas.microsoft.com/office/powerpoint/2010/main" val="1644501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A2053D1B-229F-3CEF-6362-166FC795DA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5C591E6F-158B-EB62-C330-8582FDCEBE60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당했다면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?</a:t>
            </a:r>
            <a:endParaRPr lang="ko-KR" altLang="en-US" sz="40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그림 4" descr="##idx_3##">
            <a:extLst>
              <a:ext uri="{FF2B5EF4-FFF2-40B4-BE49-F238E27FC236}">
                <a16:creationId xmlns:a16="http://schemas.microsoft.com/office/drawing/2014/main" id="{D0D9D68C-225E-70F3-93CA-88DC2EB04C3E}"/>
              </a:ext>
            </a:extLst>
          </p:cNvPr>
          <p:cNvSpPr txBox="1"/>
          <p:nvPr/>
        </p:nvSpPr>
        <p:spPr>
          <a:xfrm>
            <a:off x="764105" y="1816579"/>
            <a:ext cx="3593383" cy="36012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/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4F95D242-2CC1-B88A-3633-9D318533A4B9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730E0A5B-157F-7FB0-098F-BBC06CC274D8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BE35D275-938B-136A-0CE6-A5F53459EDFC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71A77EB0-DF07-4194-FDE4-1386B4CF2E47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C7C147B9-5120-CCFF-3DE0-852438F46372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F873DF66-B004-9092-A6E1-80FAB7CF3AF7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8822A889-6551-CB00-107F-7C9EEAABB2C6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AA4F2952-51C7-D1D8-7C6A-C3DF114685AF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ectangle 5" descr="##idx_6##">
            <a:extLst>
              <a:ext uri="{FF2B5EF4-FFF2-40B4-BE49-F238E27FC236}">
                <a16:creationId xmlns:a16="http://schemas.microsoft.com/office/drawing/2014/main" id="{756C065F-894B-8540-6E83-716C1FE61B85}"/>
              </a:ext>
            </a:extLst>
          </p:cNvPr>
          <p:cNvSpPr/>
          <p:nvPr/>
        </p:nvSpPr>
        <p:spPr>
          <a:xfrm>
            <a:off x="2726461" y="3159623"/>
            <a:ext cx="1390634" cy="534727"/>
          </a:xfrm>
          <a:prstGeom prst="rect">
            <a:avLst/>
          </a:prstGeom>
          <a:solidFill>
            <a:srgbClr val="FFFFFF">
              <a:alpha val="0"/>
            </a:srgbClr>
          </a:solidFill>
          <a:ln w="571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6" descr="##idx_7##">
            <a:extLst>
              <a:ext uri="{FF2B5EF4-FFF2-40B4-BE49-F238E27FC236}">
                <a16:creationId xmlns:a16="http://schemas.microsoft.com/office/drawing/2014/main" id="{CBC21328-F5D6-72FE-C07F-857698CB8FA8}"/>
              </a:ext>
            </a:extLst>
          </p:cNvPr>
          <p:cNvSpPr txBox="1"/>
          <p:nvPr/>
        </p:nvSpPr>
        <p:spPr>
          <a:xfrm>
            <a:off x="4842993" y="1945246"/>
            <a:ext cx="5613042" cy="30469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엠세이퍼 </a:t>
            </a:r>
            <a:r>
              <a:rPr lang="en-US" altLang="ko-KR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: </a:t>
            </a:r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명의 도용 확인 </a:t>
            </a:r>
            <a:r>
              <a:rPr lang="en-US" altLang="ko-KR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/</a:t>
            </a:r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휴대폰 개통정지</a:t>
            </a:r>
          </a:p>
          <a:p>
            <a:r>
              <a:rPr lang="en-US" altLang="ko-KR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E-</a:t>
            </a:r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프라이버시 </a:t>
            </a:r>
            <a:r>
              <a:rPr lang="en-US" altLang="ko-KR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: </a:t>
            </a:r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주민번호 도용 여부 확인</a:t>
            </a:r>
          </a:p>
          <a:p>
            <a:r>
              <a:rPr lang="en-US" altLang="ko-KR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Payinfo : </a:t>
            </a:r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계좌개설 여부 확인</a:t>
            </a:r>
          </a:p>
          <a:p>
            <a:endParaRPr lang="ko-KR" altLang="en-US" sz="3200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632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72" descr="##idx_1##">
            <a:extLst>
              <a:ext uri="{FF2B5EF4-FFF2-40B4-BE49-F238E27FC236}">
                <a16:creationId xmlns:a16="http://schemas.microsoft.com/office/drawing/2014/main" id="{2355E14A-4217-B69B-A554-66344B4A7244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2" name="Oval 73" descr="##idx_1_1##">
              <a:extLst>
                <a:ext uri="{FF2B5EF4-FFF2-40B4-BE49-F238E27FC236}">
                  <a16:creationId xmlns:a16="http://schemas.microsoft.com/office/drawing/2014/main" id="{DC8F68F1-9692-EF7A-6C42-33639E4F7D61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Freeform 46" descr="##idx_1_2##">
              <a:extLst>
                <a:ext uri="{FF2B5EF4-FFF2-40B4-BE49-F238E27FC236}">
                  <a16:creationId xmlns:a16="http://schemas.microsoft.com/office/drawing/2014/main" id="{4B3D0DA3-128A-B5DA-5828-C34C45028336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Freeform 48" descr="##idx_1_3##">
              <a:extLst>
                <a:ext uri="{FF2B5EF4-FFF2-40B4-BE49-F238E27FC236}">
                  <a16:creationId xmlns:a16="http://schemas.microsoft.com/office/drawing/2014/main" id="{06A48434-76DE-C0C5-F64F-48189F1874E8}"/>
                </a:ext>
              </a:extLst>
            </p:cNvPr>
            <p:cNvSpPr/>
            <p:nvPr/>
          </p:nvSpPr>
          <p:spPr>
            <a:xfrm>
              <a:off x="7564255" y="6292426"/>
              <a:ext cx="1130724" cy="565575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Oval 76" descr="##idx_1_4##">
              <a:extLst>
                <a:ext uri="{FF2B5EF4-FFF2-40B4-BE49-F238E27FC236}">
                  <a16:creationId xmlns:a16="http://schemas.microsoft.com/office/drawing/2014/main" id="{3B0D2B98-41E1-AAED-6E16-AD0D6BAAB023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Oval 77" descr="##idx_1_5##">
              <a:extLst>
                <a:ext uri="{FF2B5EF4-FFF2-40B4-BE49-F238E27FC236}">
                  <a16:creationId xmlns:a16="http://schemas.microsoft.com/office/drawing/2014/main" id="{74E3CE08-AB6C-950C-7F40-F4C56042A45C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Oval 78" descr="##idx_1_6##">
              <a:extLst>
                <a:ext uri="{FF2B5EF4-FFF2-40B4-BE49-F238E27FC236}">
                  <a16:creationId xmlns:a16="http://schemas.microsoft.com/office/drawing/2014/main" id="{DDDB9001-7FB5-2785-F783-BA525806A923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63" descr="##idx_1_7##">
              <a:extLst>
                <a:ext uri="{FF2B5EF4-FFF2-40B4-BE49-F238E27FC236}">
                  <a16:creationId xmlns:a16="http://schemas.microsoft.com/office/drawing/2014/main" id="{EC01966A-EE56-E15E-117C-F9A4E5A0B6EA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64" descr="##idx_1_8##">
              <a:extLst>
                <a:ext uri="{FF2B5EF4-FFF2-40B4-BE49-F238E27FC236}">
                  <a16:creationId xmlns:a16="http://schemas.microsoft.com/office/drawing/2014/main" id="{B7D80EF9-7976-2824-0F0E-0F6B86A5F14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Oval 81" descr="##idx_1_9##">
              <a:extLst>
                <a:ext uri="{FF2B5EF4-FFF2-40B4-BE49-F238E27FC236}">
                  <a16:creationId xmlns:a16="http://schemas.microsoft.com/office/drawing/2014/main" id="{388E0816-6519-D24C-10BD-8377D86B30EB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Oval 82" descr="##idx_1_10##">
              <a:extLst>
                <a:ext uri="{FF2B5EF4-FFF2-40B4-BE49-F238E27FC236}">
                  <a16:creationId xmlns:a16="http://schemas.microsoft.com/office/drawing/2014/main" id="{40A4DCBA-19A8-67DF-E7D4-B5D41D271C5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83" descr="##idx_1_11##">
              <a:extLst>
                <a:ext uri="{FF2B5EF4-FFF2-40B4-BE49-F238E27FC236}">
                  <a16:creationId xmlns:a16="http://schemas.microsoft.com/office/drawing/2014/main" id="{C2DB918B-630D-E0F8-3A73-C3DB35CF559B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Oval 84" descr="##idx_1_12##">
              <a:extLst>
                <a:ext uri="{FF2B5EF4-FFF2-40B4-BE49-F238E27FC236}">
                  <a16:creationId xmlns:a16="http://schemas.microsoft.com/office/drawing/2014/main" id="{4D416093-7EE9-3408-A9D0-82186DAE8AC9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Freeform 70" descr="##idx_1_13##">
              <a:extLst>
                <a:ext uri="{FF2B5EF4-FFF2-40B4-BE49-F238E27FC236}">
                  <a16:creationId xmlns:a16="http://schemas.microsoft.com/office/drawing/2014/main" id="{E65BA48F-C05D-CEA6-9221-F69BD14D315E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Freeform 71" descr="##idx_1_14##">
              <a:extLst>
                <a:ext uri="{FF2B5EF4-FFF2-40B4-BE49-F238E27FC236}">
                  <a16:creationId xmlns:a16="http://schemas.microsoft.com/office/drawing/2014/main" id="{1D54314A-D69E-24C1-8CAE-3B1D51B9489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val 87" descr="##idx_1_15##">
              <a:extLst>
                <a:ext uri="{FF2B5EF4-FFF2-40B4-BE49-F238E27FC236}">
                  <a16:creationId xmlns:a16="http://schemas.microsoft.com/office/drawing/2014/main" id="{DB8A855E-47C8-351C-A3D8-7BDD345868FC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Oval 88" descr="##idx_1_16##">
              <a:extLst>
                <a:ext uri="{FF2B5EF4-FFF2-40B4-BE49-F238E27FC236}">
                  <a16:creationId xmlns:a16="http://schemas.microsoft.com/office/drawing/2014/main" id="{F76F37FF-FF0B-81BD-5AD1-8AC05444F788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89" descr="##idx_1_17##">
              <a:extLst>
                <a:ext uri="{FF2B5EF4-FFF2-40B4-BE49-F238E27FC236}">
                  <a16:creationId xmlns:a16="http://schemas.microsoft.com/office/drawing/2014/main" id="{0F633E35-9A54-611A-00CA-65B431D9356E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Freeform 75" descr="##idx_1_18##">
              <a:extLst>
                <a:ext uri="{FF2B5EF4-FFF2-40B4-BE49-F238E27FC236}">
                  <a16:creationId xmlns:a16="http://schemas.microsoft.com/office/drawing/2014/main" id="{4C67F3DB-591D-0C78-5A06-90AEA2BBFCB6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Freeform 76" descr="##idx_1_19##">
              <a:extLst>
                <a:ext uri="{FF2B5EF4-FFF2-40B4-BE49-F238E27FC236}">
                  <a16:creationId xmlns:a16="http://schemas.microsoft.com/office/drawing/2014/main" id="{69AB6F6E-5046-50FB-2417-EAF52520867F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Freeform 77" descr="##idx_1_20##">
              <a:extLst>
                <a:ext uri="{FF2B5EF4-FFF2-40B4-BE49-F238E27FC236}">
                  <a16:creationId xmlns:a16="http://schemas.microsoft.com/office/drawing/2014/main" id="{2646E829-6367-BD44-379B-607533A03AD2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Freeform 78" descr="##idx_1_21##">
              <a:extLst>
                <a:ext uri="{FF2B5EF4-FFF2-40B4-BE49-F238E27FC236}">
                  <a16:creationId xmlns:a16="http://schemas.microsoft.com/office/drawing/2014/main" id="{5EC25DB2-E618-B3B3-B71A-DC75C184C698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Freeform 79" descr="##idx_1_22##">
              <a:extLst>
                <a:ext uri="{FF2B5EF4-FFF2-40B4-BE49-F238E27FC236}">
                  <a16:creationId xmlns:a16="http://schemas.microsoft.com/office/drawing/2014/main" id="{BA3C4696-533D-6896-427F-B03CCFBDEB42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Freeform 80" descr="##idx_1_23##">
              <a:extLst>
                <a:ext uri="{FF2B5EF4-FFF2-40B4-BE49-F238E27FC236}">
                  <a16:creationId xmlns:a16="http://schemas.microsoft.com/office/drawing/2014/main" id="{167D2A35-AE15-9D47-885A-5D86F4C77233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Freeform 81" descr="##idx_1_24##">
              <a:extLst>
                <a:ext uri="{FF2B5EF4-FFF2-40B4-BE49-F238E27FC236}">
                  <a16:creationId xmlns:a16="http://schemas.microsoft.com/office/drawing/2014/main" id="{A77BB83C-86A2-C8C0-CD3E-BA9B6B0C5C39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Straight Connector 98" descr="##idx_2##">
            <a:extLst>
              <a:ext uri="{FF2B5EF4-FFF2-40B4-BE49-F238E27FC236}">
                <a16:creationId xmlns:a16="http://schemas.microsoft.com/office/drawing/2014/main" id="{59C3D8D3-50E7-290E-DB96-49AA26AC1E5D}"/>
              </a:ext>
            </a:extLst>
          </p:cNvPr>
          <p:cNvSpPr/>
          <p:nvPr/>
        </p:nvSpPr>
        <p:spPr>
          <a:xfrm>
            <a:off x="565150" y="6087110"/>
            <a:ext cx="506600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100" descr="##idx_3##">
            <a:extLst>
              <a:ext uri="{FF2B5EF4-FFF2-40B4-BE49-F238E27FC236}">
                <a16:creationId xmlns:a16="http://schemas.microsoft.com/office/drawing/2014/main" id="{030B27B3-C521-6AEC-330D-09E18E99A6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itle 1" descr="##idx_4##">
            <a:extLst>
              <a:ext uri="{FF2B5EF4-FFF2-40B4-BE49-F238E27FC236}">
                <a16:creationId xmlns:a16="http://schemas.microsoft.com/office/drawing/2014/main" id="{F97CA4E9-84BC-1234-86BF-E0CBCDE59C1A}"/>
              </a:ext>
            </a:extLst>
          </p:cNvPr>
          <p:cNvSpPr txBox="1"/>
          <p:nvPr/>
        </p:nvSpPr>
        <p:spPr>
          <a:xfrm>
            <a:off x="565150" y="768334"/>
            <a:ext cx="10229641" cy="110799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6600" b="1">
                <a:solidFill>
                  <a:srgbClr val="000000"/>
                </a:solidFill>
                <a:latin typeface="Malgun Gothic" panose="020B0503020000020004" pitchFamily="50" charset="-127"/>
              </a:rPr>
              <a:t>당하지 않는 것이 상책</a:t>
            </a:r>
            <a:r>
              <a:rPr lang="en-US" altLang="ko-KR" sz="6600" b="1">
                <a:solidFill>
                  <a:srgbClr val="000000"/>
                </a:solidFill>
                <a:latin typeface="Malgun Gothic" panose="020B0503020000020004" pitchFamily="50" charset="-127"/>
              </a:rPr>
              <a:t>!!!</a:t>
            </a:r>
            <a:endParaRPr lang="ko-KR" altLang="en-US" sz="66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0" name="Straight Connector 102" descr="##idx_5##">
            <a:extLst>
              <a:ext uri="{FF2B5EF4-FFF2-40B4-BE49-F238E27FC236}">
                <a16:creationId xmlns:a16="http://schemas.microsoft.com/office/drawing/2014/main" id="{C8D237C9-C620-A5E5-43E6-48D7D7BC44DB}"/>
              </a:ext>
            </a:extLst>
          </p:cNvPr>
          <p:cNvSpPr/>
          <p:nvPr/>
        </p:nvSpPr>
        <p:spPr>
          <a:xfrm>
            <a:off x="565150" y="6087110"/>
            <a:ext cx="919876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9" name="Group 104" descr="##idx_6##">
            <a:extLst>
              <a:ext uri="{FF2B5EF4-FFF2-40B4-BE49-F238E27FC236}">
                <a16:creationId xmlns:a16="http://schemas.microsoft.com/office/drawing/2014/main" id="{9212945A-D1E9-0519-BD6B-ECD3CC22A41C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31" name="Oval 105" descr="##idx_6_1##">
              <a:extLst>
                <a:ext uri="{FF2B5EF4-FFF2-40B4-BE49-F238E27FC236}">
                  <a16:creationId xmlns:a16="http://schemas.microsoft.com/office/drawing/2014/main" id="{083DA125-CF47-E2EE-E497-6C0521A85967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Freeform 24" descr="##idx_6_2##">
              <a:extLst>
                <a:ext uri="{FF2B5EF4-FFF2-40B4-BE49-F238E27FC236}">
                  <a16:creationId xmlns:a16="http://schemas.microsoft.com/office/drawing/2014/main" id="{A65B6EE0-794E-AD04-9676-82BCB311F808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Freeform 25" descr="##idx_6_3##">
              <a:extLst>
                <a:ext uri="{FF2B5EF4-FFF2-40B4-BE49-F238E27FC236}">
                  <a16:creationId xmlns:a16="http://schemas.microsoft.com/office/drawing/2014/main" id="{5E88F867-07E5-710E-3255-A08D3CAA98F0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Freeform 26" descr="##idx_6_4##">
              <a:extLst>
                <a:ext uri="{FF2B5EF4-FFF2-40B4-BE49-F238E27FC236}">
                  <a16:creationId xmlns:a16="http://schemas.microsoft.com/office/drawing/2014/main" id="{734FFEE0-D00D-F498-5154-CB58DB4BD5C2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Freeform 27" descr="##idx_6_5##">
              <a:extLst>
                <a:ext uri="{FF2B5EF4-FFF2-40B4-BE49-F238E27FC236}">
                  <a16:creationId xmlns:a16="http://schemas.microsoft.com/office/drawing/2014/main" id="{839073A3-BF03-6034-0A33-9DF5A4AD09AC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Freeform 28" descr="##idx_6_6##">
              <a:extLst>
                <a:ext uri="{FF2B5EF4-FFF2-40B4-BE49-F238E27FC236}">
                  <a16:creationId xmlns:a16="http://schemas.microsoft.com/office/drawing/2014/main" id="{BC00A173-0E2E-E97B-B765-405E0E7711C6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Freeform 29" descr="##idx_6_7##">
              <a:extLst>
                <a:ext uri="{FF2B5EF4-FFF2-40B4-BE49-F238E27FC236}">
                  <a16:creationId xmlns:a16="http://schemas.microsoft.com/office/drawing/2014/main" id="{F5DD701B-30E0-F8E2-4F52-41E2D2888162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Oval 112" descr="##idx_6_8##">
              <a:extLst>
                <a:ext uri="{FF2B5EF4-FFF2-40B4-BE49-F238E27FC236}">
                  <a16:creationId xmlns:a16="http://schemas.microsoft.com/office/drawing/2014/main" id="{3B52F406-7FBA-9C3C-E519-7CBF61386917}"/>
                </a:ext>
              </a:extLst>
            </p:cNvPr>
            <p:cNvSpPr/>
            <p:nvPr/>
          </p:nvSpPr>
          <p:spPr>
            <a:xfrm>
              <a:off x="10290315" y="3546716"/>
              <a:ext cx="1130724" cy="1130723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" descr="##idx_7##">
            <a:extLst>
              <a:ext uri="{FF2B5EF4-FFF2-40B4-BE49-F238E27FC236}">
                <a16:creationId xmlns:a16="http://schemas.microsoft.com/office/drawing/2014/main" id="{378FB1C6-34DA-752C-0FDC-25BCA6937AE7}"/>
              </a:ext>
            </a:extLst>
          </p:cNvPr>
          <p:cNvSpPr txBox="1"/>
          <p:nvPr/>
        </p:nvSpPr>
        <p:spPr>
          <a:xfrm>
            <a:off x="872006" y="3117761"/>
            <a:ext cx="9109119" cy="10156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6000">
                <a:solidFill>
                  <a:srgbClr val="000000"/>
                </a:solidFill>
                <a:latin typeface="Malgun Gothic Semilight" panose="020B0502040204020203" pitchFamily="50" charset="-127"/>
              </a:rPr>
              <a:t>★ 대 면 확 인 ★</a:t>
            </a:r>
          </a:p>
        </p:txBody>
      </p:sp>
    </p:spTree>
    <p:extLst>
      <p:ext uri="{BB962C8B-B14F-4D97-AF65-F5344CB8AC3E}">
        <p14:creationId xmlns:p14="http://schemas.microsoft.com/office/powerpoint/2010/main" val="3134987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171" descr="##idx_6##">
            <a:extLst>
              <a:ext uri="{FF2B5EF4-FFF2-40B4-BE49-F238E27FC236}">
                <a16:creationId xmlns:a16="http://schemas.microsoft.com/office/drawing/2014/main" id="{03E1ABE0-BF91-A456-0903-C18A08F4CDAF}"/>
              </a:ext>
            </a:extLst>
          </p:cNvPr>
          <p:cNvGrpSpPr/>
          <p:nvPr/>
        </p:nvGrpSpPr>
        <p:grpSpPr>
          <a:xfrm>
            <a:off x="6203145" y="0"/>
            <a:ext cx="5988856" cy="6858001"/>
            <a:chOff x="6203145" y="0"/>
            <a:chExt cx="5988856" cy="6858001"/>
          </a:xfrm>
        </p:grpSpPr>
        <p:sp>
          <p:nvSpPr>
            <p:cNvPr id="31" name="Oval 172" descr="##idx_6_1##">
              <a:extLst>
                <a:ext uri="{FF2B5EF4-FFF2-40B4-BE49-F238E27FC236}">
                  <a16:creationId xmlns:a16="http://schemas.microsoft.com/office/drawing/2014/main" id="{0B29DA90-31ED-9DA1-5D5D-1B7733BB7966}"/>
                </a:ext>
              </a:extLst>
            </p:cNvPr>
            <p:cNvSpPr/>
            <p:nvPr/>
          </p:nvSpPr>
          <p:spPr>
            <a:xfrm>
              <a:off x="7567228" y="80636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Oval 174" descr="##idx_6_3##">
              <a:extLst>
                <a:ext uri="{FF2B5EF4-FFF2-40B4-BE49-F238E27FC236}">
                  <a16:creationId xmlns:a16="http://schemas.microsoft.com/office/drawing/2014/main" id="{75BBB51D-785D-2B86-FEB7-910BA4B4C40E}"/>
                </a:ext>
              </a:extLst>
            </p:cNvPr>
            <p:cNvSpPr/>
            <p:nvPr/>
          </p:nvSpPr>
          <p:spPr>
            <a:xfrm>
              <a:off x="8930093" y="354939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Oval 175" descr="##idx_6_4##">
              <a:extLst>
                <a:ext uri="{FF2B5EF4-FFF2-40B4-BE49-F238E27FC236}">
                  <a16:creationId xmlns:a16="http://schemas.microsoft.com/office/drawing/2014/main" id="{C5938BF3-836E-07EF-BA99-A0806FA07FD5}"/>
                </a:ext>
              </a:extLst>
            </p:cNvPr>
            <p:cNvSpPr/>
            <p:nvPr/>
          </p:nvSpPr>
          <p:spPr>
            <a:xfrm>
              <a:off x="8930093" y="217788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Freeform 83" descr="##idx_6_5##">
              <a:extLst>
                <a:ext uri="{FF2B5EF4-FFF2-40B4-BE49-F238E27FC236}">
                  <a16:creationId xmlns:a16="http://schemas.microsoft.com/office/drawing/2014/main" id="{C4C73246-4844-A306-A1EC-2B874F4692F3}"/>
                </a:ext>
              </a:extLst>
            </p:cNvPr>
            <p:cNvSpPr/>
            <p:nvPr/>
          </p:nvSpPr>
          <p:spPr>
            <a:xfrm>
              <a:off x="8930092" y="0"/>
              <a:ext cx="1130726" cy="565576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Oval 177" descr="##idx_6_6##">
              <a:extLst>
                <a:ext uri="{FF2B5EF4-FFF2-40B4-BE49-F238E27FC236}">
                  <a16:creationId xmlns:a16="http://schemas.microsoft.com/office/drawing/2014/main" id="{989B8660-3601-A5CD-C534-C309D697F563}"/>
                </a:ext>
              </a:extLst>
            </p:cNvPr>
            <p:cNvSpPr/>
            <p:nvPr/>
          </p:nvSpPr>
          <p:spPr>
            <a:xfrm>
              <a:off x="10292959" y="492091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Freeform 85" descr="##idx_6_7##">
              <a:extLst>
                <a:ext uri="{FF2B5EF4-FFF2-40B4-BE49-F238E27FC236}">
                  <a16:creationId xmlns:a16="http://schemas.microsoft.com/office/drawing/2014/main" id="{B0B54BAF-37AF-1DEE-72D7-5248E70D7D42}"/>
                </a:ext>
              </a:extLst>
            </p:cNvPr>
            <p:cNvSpPr/>
            <p:nvPr/>
          </p:nvSpPr>
          <p:spPr>
            <a:xfrm>
              <a:off x="11655828" y="4923855"/>
              <a:ext cx="536172" cy="1124839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Freeform 87" descr="##idx_6_8##">
              <a:extLst>
                <a:ext uri="{FF2B5EF4-FFF2-40B4-BE49-F238E27FC236}">
                  <a16:creationId xmlns:a16="http://schemas.microsoft.com/office/drawing/2014/main" id="{6CAF2C79-D335-0224-D988-86484719131C}"/>
                </a:ext>
              </a:extLst>
            </p:cNvPr>
            <p:cNvSpPr/>
            <p:nvPr/>
          </p:nvSpPr>
          <p:spPr>
            <a:xfrm>
              <a:off x="6203147" y="0"/>
              <a:ext cx="1130725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Freeform 88" descr="##idx_6_9##">
              <a:extLst>
                <a:ext uri="{FF2B5EF4-FFF2-40B4-BE49-F238E27FC236}">
                  <a16:creationId xmlns:a16="http://schemas.microsoft.com/office/drawing/2014/main" id="{F4EF7D87-36E2-63E1-1036-2A21DBB0D2BB}"/>
                </a:ext>
              </a:extLst>
            </p:cNvPr>
            <p:cNvSpPr/>
            <p:nvPr/>
          </p:nvSpPr>
          <p:spPr>
            <a:xfrm>
              <a:off x="7567976" y="0"/>
              <a:ext cx="1130726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Freeform 89" descr="##idx_6_10##">
              <a:extLst>
                <a:ext uri="{FF2B5EF4-FFF2-40B4-BE49-F238E27FC236}">
                  <a16:creationId xmlns:a16="http://schemas.microsoft.com/office/drawing/2014/main" id="{FF6672FE-1124-139C-937F-671ABCD99AE4}"/>
                </a:ext>
              </a:extLst>
            </p:cNvPr>
            <p:cNvSpPr/>
            <p:nvPr/>
          </p:nvSpPr>
          <p:spPr>
            <a:xfrm>
              <a:off x="10293707" y="0"/>
              <a:ext cx="1130727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Freeform 92" descr="##idx_6_11##">
              <a:extLst>
                <a:ext uri="{FF2B5EF4-FFF2-40B4-BE49-F238E27FC236}">
                  <a16:creationId xmlns:a16="http://schemas.microsoft.com/office/drawing/2014/main" id="{07702372-F23B-9CC5-5AA3-5DA9D79C9BAA}"/>
                </a:ext>
              </a:extLst>
            </p:cNvPr>
            <p:cNvSpPr/>
            <p:nvPr/>
          </p:nvSpPr>
          <p:spPr>
            <a:xfrm>
              <a:off x="11656576" y="0"/>
              <a:ext cx="535425" cy="56234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Freeform 93" descr="##idx_6_12##">
              <a:extLst>
                <a:ext uri="{FF2B5EF4-FFF2-40B4-BE49-F238E27FC236}">
                  <a16:creationId xmlns:a16="http://schemas.microsoft.com/office/drawing/2014/main" id="{72513D72-8767-B069-030B-78773675B7FF}"/>
                </a:ext>
              </a:extLst>
            </p:cNvPr>
            <p:cNvSpPr/>
            <p:nvPr/>
          </p:nvSpPr>
          <p:spPr>
            <a:xfrm>
              <a:off x="8932807" y="806365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Freeform 94" descr="##idx_6_13##">
              <a:extLst>
                <a:ext uri="{FF2B5EF4-FFF2-40B4-BE49-F238E27FC236}">
                  <a16:creationId xmlns:a16="http://schemas.microsoft.com/office/drawing/2014/main" id="{DE6556CA-5923-AEDC-945E-9CB7EA66FF85}"/>
                </a:ext>
              </a:extLst>
            </p:cNvPr>
            <p:cNvSpPr/>
            <p:nvPr/>
          </p:nvSpPr>
          <p:spPr>
            <a:xfrm>
              <a:off x="10293707" y="806365"/>
              <a:ext cx="1130727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Freeform 96" descr="##idx_6_14##">
              <a:extLst>
                <a:ext uri="{FF2B5EF4-FFF2-40B4-BE49-F238E27FC236}">
                  <a16:creationId xmlns:a16="http://schemas.microsoft.com/office/drawing/2014/main" id="{4330D7D3-C336-FDE7-87DE-9390E0F4EC50}"/>
                </a:ext>
              </a:extLst>
            </p:cNvPr>
            <p:cNvSpPr/>
            <p:nvPr/>
          </p:nvSpPr>
          <p:spPr>
            <a:xfrm>
              <a:off x="11656576" y="809383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Freeform 97" descr="##idx_6_15##">
              <a:extLst>
                <a:ext uri="{FF2B5EF4-FFF2-40B4-BE49-F238E27FC236}">
                  <a16:creationId xmlns:a16="http://schemas.microsoft.com/office/drawing/2014/main" id="{CA679B50-DC6F-8010-6A7D-CEDDF3FB63B9}"/>
                </a:ext>
              </a:extLst>
            </p:cNvPr>
            <p:cNvSpPr/>
            <p:nvPr/>
          </p:nvSpPr>
          <p:spPr>
            <a:xfrm>
              <a:off x="7567976" y="2178092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Freeform 98" descr="##idx_6_16##">
              <a:extLst>
                <a:ext uri="{FF2B5EF4-FFF2-40B4-BE49-F238E27FC236}">
                  <a16:creationId xmlns:a16="http://schemas.microsoft.com/office/drawing/2014/main" id="{86ECB62B-6244-5DA5-8412-CC5505BEEC0C}"/>
                </a:ext>
              </a:extLst>
            </p:cNvPr>
            <p:cNvSpPr/>
            <p:nvPr/>
          </p:nvSpPr>
          <p:spPr>
            <a:xfrm>
              <a:off x="11656576" y="2181110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Freeform 99" descr="##idx_6_17##">
              <a:extLst>
                <a:ext uri="{FF2B5EF4-FFF2-40B4-BE49-F238E27FC236}">
                  <a16:creationId xmlns:a16="http://schemas.microsoft.com/office/drawing/2014/main" id="{B4F12909-7687-454E-3A49-856D78E87183}"/>
                </a:ext>
              </a:extLst>
            </p:cNvPr>
            <p:cNvSpPr/>
            <p:nvPr/>
          </p:nvSpPr>
          <p:spPr>
            <a:xfrm>
              <a:off x="6203145" y="3549819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100" descr="##idx_6_18##">
              <a:extLst>
                <a:ext uri="{FF2B5EF4-FFF2-40B4-BE49-F238E27FC236}">
                  <a16:creationId xmlns:a16="http://schemas.microsoft.com/office/drawing/2014/main" id="{F15B05B6-F66D-ECAF-BFD0-85576EDBAACB}"/>
                </a:ext>
              </a:extLst>
            </p:cNvPr>
            <p:cNvSpPr/>
            <p:nvPr/>
          </p:nvSpPr>
          <p:spPr>
            <a:xfrm>
              <a:off x="7567976" y="3549819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01" descr="##idx_6_19##">
              <a:extLst>
                <a:ext uri="{FF2B5EF4-FFF2-40B4-BE49-F238E27FC236}">
                  <a16:creationId xmlns:a16="http://schemas.microsoft.com/office/drawing/2014/main" id="{C8CC5B65-15EC-6056-671F-711F284F9B43}"/>
                </a:ext>
              </a:extLst>
            </p:cNvPr>
            <p:cNvSpPr/>
            <p:nvPr/>
          </p:nvSpPr>
          <p:spPr>
            <a:xfrm>
              <a:off x="10293707" y="3549819"/>
              <a:ext cx="1130727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Freeform 102" descr="##idx_6_20##">
              <a:extLst>
                <a:ext uri="{FF2B5EF4-FFF2-40B4-BE49-F238E27FC236}">
                  <a16:creationId xmlns:a16="http://schemas.microsoft.com/office/drawing/2014/main" id="{747E4F45-7995-6B94-05A2-BFD2A2750C92}"/>
                </a:ext>
              </a:extLst>
            </p:cNvPr>
            <p:cNvSpPr/>
            <p:nvPr/>
          </p:nvSpPr>
          <p:spPr>
            <a:xfrm>
              <a:off x="11656576" y="3552837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Freeform 103" descr="##idx_6_21##">
              <a:extLst>
                <a:ext uri="{FF2B5EF4-FFF2-40B4-BE49-F238E27FC236}">
                  <a16:creationId xmlns:a16="http://schemas.microsoft.com/office/drawing/2014/main" id="{EDFFCC1C-F9D7-9902-F51F-557BC5CD771C}"/>
                </a:ext>
              </a:extLst>
            </p:cNvPr>
            <p:cNvSpPr/>
            <p:nvPr/>
          </p:nvSpPr>
          <p:spPr>
            <a:xfrm>
              <a:off x="8932807" y="4921546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Freeform 104" descr="##idx_6_22##">
              <a:extLst>
                <a:ext uri="{FF2B5EF4-FFF2-40B4-BE49-F238E27FC236}">
                  <a16:creationId xmlns:a16="http://schemas.microsoft.com/office/drawing/2014/main" id="{A9E4484B-FCEE-2ED1-E744-DBE51101BA6A}"/>
                </a:ext>
              </a:extLst>
            </p:cNvPr>
            <p:cNvSpPr/>
            <p:nvPr/>
          </p:nvSpPr>
          <p:spPr>
            <a:xfrm>
              <a:off x="7568040" y="6293274"/>
              <a:ext cx="1130598" cy="564727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Freeform 105" descr="##idx_6_23##">
              <a:extLst>
                <a:ext uri="{FF2B5EF4-FFF2-40B4-BE49-F238E27FC236}">
                  <a16:creationId xmlns:a16="http://schemas.microsoft.com/office/drawing/2014/main" id="{8AA90E4A-D9C8-3526-27BE-9AC06A178E77}"/>
                </a:ext>
              </a:extLst>
            </p:cNvPr>
            <p:cNvSpPr/>
            <p:nvPr/>
          </p:nvSpPr>
          <p:spPr>
            <a:xfrm>
              <a:off x="10293771" y="6293274"/>
              <a:ext cx="1130598" cy="564727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Freeform 106" descr="##idx_6_24##">
              <a:extLst>
                <a:ext uri="{FF2B5EF4-FFF2-40B4-BE49-F238E27FC236}">
                  <a16:creationId xmlns:a16="http://schemas.microsoft.com/office/drawing/2014/main" id="{B5C924BB-2F6A-968F-0E1C-A424590A3B71}"/>
                </a:ext>
              </a:extLst>
            </p:cNvPr>
            <p:cNvSpPr/>
            <p:nvPr/>
          </p:nvSpPr>
          <p:spPr>
            <a:xfrm>
              <a:off x="11656640" y="6295916"/>
              <a:ext cx="535361" cy="56208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Group 139" descr="##idx_1##">
            <a:extLst>
              <a:ext uri="{FF2B5EF4-FFF2-40B4-BE49-F238E27FC236}">
                <a16:creationId xmlns:a16="http://schemas.microsoft.com/office/drawing/2014/main" id="{309ECCDF-31E9-7092-CB12-6CDEE38D90A5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2" name="Oval 140" descr="##idx_1_1##">
              <a:extLst>
                <a:ext uri="{FF2B5EF4-FFF2-40B4-BE49-F238E27FC236}">
                  <a16:creationId xmlns:a16="http://schemas.microsoft.com/office/drawing/2014/main" id="{6792D260-6B89-C0CE-7632-18D8489DFD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Freeform 46" descr="##idx_1_2##">
              <a:extLst>
                <a:ext uri="{FF2B5EF4-FFF2-40B4-BE49-F238E27FC236}">
                  <a16:creationId xmlns:a16="http://schemas.microsoft.com/office/drawing/2014/main" id="{4155FC6A-D756-EF53-1E63-B8384869640D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Freeform 48" descr="##idx_1_3##">
              <a:extLst>
                <a:ext uri="{FF2B5EF4-FFF2-40B4-BE49-F238E27FC236}">
                  <a16:creationId xmlns:a16="http://schemas.microsoft.com/office/drawing/2014/main" id="{4275B010-9C2F-9281-3CC3-F5B6F321F8E3}"/>
                </a:ext>
              </a:extLst>
            </p:cNvPr>
            <p:cNvSpPr/>
            <p:nvPr/>
          </p:nvSpPr>
          <p:spPr>
            <a:xfrm>
              <a:off x="7564255" y="6292426"/>
              <a:ext cx="1130724" cy="565575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Oval 143" descr="##idx_1_4##">
              <a:extLst>
                <a:ext uri="{FF2B5EF4-FFF2-40B4-BE49-F238E27FC236}">
                  <a16:creationId xmlns:a16="http://schemas.microsoft.com/office/drawing/2014/main" id="{C63D27DE-2E97-9D5F-2AE7-3E4ECC914AAD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Oval 144" descr="##idx_1_5##">
              <a:extLst>
                <a:ext uri="{FF2B5EF4-FFF2-40B4-BE49-F238E27FC236}">
                  <a16:creationId xmlns:a16="http://schemas.microsoft.com/office/drawing/2014/main" id="{EA9B5757-8902-CD2A-DE4F-D1BF6F98165D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Oval 145" descr="##idx_1_6##">
              <a:extLst>
                <a:ext uri="{FF2B5EF4-FFF2-40B4-BE49-F238E27FC236}">
                  <a16:creationId xmlns:a16="http://schemas.microsoft.com/office/drawing/2014/main" id="{8C8D68D6-8B8B-02D6-AC28-461CA8064DA2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63" descr="##idx_1_7##">
              <a:extLst>
                <a:ext uri="{FF2B5EF4-FFF2-40B4-BE49-F238E27FC236}">
                  <a16:creationId xmlns:a16="http://schemas.microsoft.com/office/drawing/2014/main" id="{8EFA9355-4B63-7E52-F2E1-F553E5FF887C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64" descr="##idx_1_8##">
              <a:extLst>
                <a:ext uri="{FF2B5EF4-FFF2-40B4-BE49-F238E27FC236}">
                  <a16:creationId xmlns:a16="http://schemas.microsoft.com/office/drawing/2014/main" id="{A66D4B02-7031-4E15-D96E-BB73C0334981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Oval 148" descr="##idx_1_9##">
              <a:extLst>
                <a:ext uri="{FF2B5EF4-FFF2-40B4-BE49-F238E27FC236}">
                  <a16:creationId xmlns:a16="http://schemas.microsoft.com/office/drawing/2014/main" id="{EAF9E0AF-410A-BE33-2151-021A111366B5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Oval 149" descr="##idx_1_10##">
              <a:extLst>
                <a:ext uri="{FF2B5EF4-FFF2-40B4-BE49-F238E27FC236}">
                  <a16:creationId xmlns:a16="http://schemas.microsoft.com/office/drawing/2014/main" id="{66EA9B5E-8F06-FF11-C55F-65E688FCC74A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150" descr="##idx_1_11##">
              <a:extLst>
                <a:ext uri="{FF2B5EF4-FFF2-40B4-BE49-F238E27FC236}">
                  <a16:creationId xmlns:a16="http://schemas.microsoft.com/office/drawing/2014/main" id="{0E4F5905-AEB0-3333-71BA-FEDEE731FA9E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Oval 151" descr="##idx_1_12##">
              <a:extLst>
                <a:ext uri="{FF2B5EF4-FFF2-40B4-BE49-F238E27FC236}">
                  <a16:creationId xmlns:a16="http://schemas.microsoft.com/office/drawing/2014/main" id="{3935042F-C43B-70E5-BCFF-C3EBA7B82279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Freeform 70" descr="##idx_1_13##">
              <a:extLst>
                <a:ext uri="{FF2B5EF4-FFF2-40B4-BE49-F238E27FC236}">
                  <a16:creationId xmlns:a16="http://schemas.microsoft.com/office/drawing/2014/main" id="{30CA0A27-ED43-E5C2-926D-CC880D009BCE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Freeform 71" descr="##idx_1_14##">
              <a:extLst>
                <a:ext uri="{FF2B5EF4-FFF2-40B4-BE49-F238E27FC236}">
                  <a16:creationId xmlns:a16="http://schemas.microsoft.com/office/drawing/2014/main" id="{F043D24D-4709-28D0-7ABD-0869CFD0B2A9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val 154" descr="##idx_1_15##">
              <a:extLst>
                <a:ext uri="{FF2B5EF4-FFF2-40B4-BE49-F238E27FC236}">
                  <a16:creationId xmlns:a16="http://schemas.microsoft.com/office/drawing/2014/main" id="{428623E1-81BB-D050-DAE9-B96D8290A1B7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Oval 155" descr="##idx_1_16##">
              <a:extLst>
                <a:ext uri="{FF2B5EF4-FFF2-40B4-BE49-F238E27FC236}">
                  <a16:creationId xmlns:a16="http://schemas.microsoft.com/office/drawing/2014/main" id="{875207D3-77AD-C3CA-988F-4AFD2AE2FD3D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56" descr="##idx_1_17##">
              <a:extLst>
                <a:ext uri="{FF2B5EF4-FFF2-40B4-BE49-F238E27FC236}">
                  <a16:creationId xmlns:a16="http://schemas.microsoft.com/office/drawing/2014/main" id="{E06BBDA2-E5F9-1A62-22EA-A9923E13FBF0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Freeform 75" descr="##idx_1_18##">
              <a:extLst>
                <a:ext uri="{FF2B5EF4-FFF2-40B4-BE49-F238E27FC236}">
                  <a16:creationId xmlns:a16="http://schemas.microsoft.com/office/drawing/2014/main" id="{2FC92FF4-E24F-684C-0215-BA5910EA0457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Freeform 76" descr="##idx_1_19##">
              <a:extLst>
                <a:ext uri="{FF2B5EF4-FFF2-40B4-BE49-F238E27FC236}">
                  <a16:creationId xmlns:a16="http://schemas.microsoft.com/office/drawing/2014/main" id="{A6645F47-A725-E0B6-308F-C7A7D1B120F0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Freeform 77" descr="##idx_1_20##">
              <a:extLst>
                <a:ext uri="{FF2B5EF4-FFF2-40B4-BE49-F238E27FC236}">
                  <a16:creationId xmlns:a16="http://schemas.microsoft.com/office/drawing/2014/main" id="{B7C4D392-3E9B-6ED9-5112-2C147AA38401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Freeform 78" descr="##idx_1_21##">
              <a:extLst>
                <a:ext uri="{FF2B5EF4-FFF2-40B4-BE49-F238E27FC236}">
                  <a16:creationId xmlns:a16="http://schemas.microsoft.com/office/drawing/2014/main" id="{6F813296-D2D4-279B-A0F6-17DE1B1FEF28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Freeform 79" descr="##idx_1_22##">
              <a:extLst>
                <a:ext uri="{FF2B5EF4-FFF2-40B4-BE49-F238E27FC236}">
                  <a16:creationId xmlns:a16="http://schemas.microsoft.com/office/drawing/2014/main" id="{F368A440-923A-CF24-A0F1-231E37233B83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Freeform 80" descr="##idx_1_23##">
              <a:extLst>
                <a:ext uri="{FF2B5EF4-FFF2-40B4-BE49-F238E27FC236}">
                  <a16:creationId xmlns:a16="http://schemas.microsoft.com/office/drawing/2014/main" id="{4D5EC76A-9384-3AD7-10E4-871644568821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Freeform 81" descr="##idx_1_24##">
              <a:extLst>
                <a:ext uri="{FF2B5EF4-FFF2-40B4-BE49-F238E27FC236}">
                  <a16:creationId xmlns:a16="http://schemas.microsoft.com/office/drawing/2014/main" id="{418EA031-0990-C12B-A172-BEB05F1915FC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Straight Connector 165" descr="##idx_2##">
            <a:extLst>
              <a:ext uri="{FF2B5EF4-FFF2-40B4-BE49-F238E27FC236}">
                <a16:creationId xmlns:a16="http://schemas.microsoft.com/office/drawing/2014/main" id="{55C8A0DD-1D6E-2510-783F-22C32764816A}"/>
              </a:ext>
            </a:extLst>
          </p:cNvPr>
          <p:cNvSpPr/>
          <p:nvPr/>
        </p:nvSpPr>
        <p:spPr>
          <a:xfrm>
            <a:off x="565150" y="6087110"/>
            <a:ext cx="506600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167" descr="##idx_3##">
            <a:extLst>
              <a:ext uri="{FF2B5EF4-FFF2-40B4-BE49-F238E27FC236}">
                <a16:creationId xmlns:a16="http://schemas.microsoft.com/office/drawing/2014/main" id="{DCC060E3-05F7-3AB6-04F9-154D5A42B4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2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itle 1" descr="##idx_4##">
            <a:extLst>
              <a:ext uri="{FF2B5EF4-FFF2-40B4-BE49-F238E27FC236}">
                <a16:creationId xmlns:a16="http://schemas.microsoft.com/office/drawing/2014/main" id="{B9323ABD-E98B-C6E7-BE1D-8EF463EA8ABA}"/>
              </a:ext>
            </a:extLst>
          </p:cNvPr>
          <p:cNvSpPr txBox="1"/>
          <p:nvPr/>
        </p:nvSpPr>
        <p:spPr>
          <a:xfrm>
            <a:off x="704671" y="4599799"/>
            <a:ext cx="5066001" cy="10156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6000" b="1">
                <a:solidFill>
                  <a:srgbClr val="FFFFFF"/>
                </a:solidFill>
                <a:latin typeface="Malgun Gothic" panose="020B0503020000020004" pitchFamily="50" charset="-127"/>
              </a:rPr>
              <a:t>감사합니다</a:t>
            </a:r>
          </a:p>
        </p:txBody>
      </p:sp>
      <p:sp>
        <p:nvSpPr>
          <p:cNvPr id="30" name="Straight Connector 169" descr="##idx_5##">
            <a:extLst>
              <a:ext uri="{FF2B5EF4-FFF2-40B4-BE49-F238E27FC236}">
                <a16:creationId xmlns:a16="http://schemas.microsoft.com/office/drawing/2014/main" id="{A121CBA0-96BE-556F-EB43-19AA838EC2CD}"/>
              </a:ext>
            </a:extLst>
          </p:cNvPr>
          <p:cNvSpPr/>
          <p:nvPr/>
        </p:nvSpPr>
        <p:spPr>
          <a:xfrm>
            <a:off x="565150" y="6087110"/>
            <a:ext cx="506600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EFF0E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Freeform 80" descr="##idx_6_2##">
            <a:extLst>
              <a:ext uri="{FF2B5EF4-FFF2-40B4-BE49-F238E27FC236}">
                <a16:creationId xmlns:a16="http://schemas.microsoft.com/office/drawing/2014/main" id="{8A9A84D7-BF57-26D1-534F-6A1B76823518}"/>
              </a:ext>
            </a:extLst>
          </p:cNvPr>
          <p:cNvSpPr/>
          <p:nvPr/>
        </p:nvSpPr>
        <p:spPr>
          <a:xfrm>
            <a:off x="8930093" y="6292426"/>
            <a:ext cx="1130724" cy="565575"/>
          </a:xfrm>
          <a:prstGeom prst="roundRect">
            <a:avLst/>
          </a:prstGeom>
          <a:solidFill>
            <a:srgbClr val="00B2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85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사용자 지정</PresentationFormat>
  <Paragraphs>61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맑은 고딕</vt:lpstr>
      <vt:lpstr>Malgun Gothic Semilight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Seongeun Kim</dc:creator>
  <cp:lastModifiedBy>Seongeun Kim</cp:lastModifiedBy>
  <cp:revision>1</cp:revision>
  <dcterms:created xsi:type="dcterms:W3CDTF">2025-12-10T14:01:34Z</dcterms:created>
  <dcterms:modified xsi:type="dcterms:W3CDTF">2025-12-10T14:01:34Z</dcterms:modified>
</cp:coreProperties>
</file>